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6CD837F-75F0-C2BD-C01B-8121AAE3B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B809B8D-1714-50B6-AB08-111790730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6EB5E98-17D9-FFEC-C2A8-D106BF57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B86B-1D50-44E9-BDBC-DFCA319C361F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C265B58-6611-96E4-7D58-2B1337A3E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29EA949-63C6-79FE-C2A8-6AF77A49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0449-0804-43BE-AAD9-905D8B00E6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7570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7A538A5-503B-DD01-365B-99CD8D18D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0CFEE2D-35FB-6286-5B2F-EED914601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6346511-E376-63D4-A3A5-5B7C9808F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B86B-1D50-44E9-BDBC-DFCA319C361F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BDFFBA-BE93-AA68-0061-531361303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A0B2D01-AEA8-E0D4-60F6-4FD186561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0449-0804-43BE-AAD9-905D8B00E6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833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2A5ED2-5054-1576-AC3D-95100BAB2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FC3B3AC-F1BE-88C7-77F4-58E243918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E81D8C4-80CD-27CB-378F-75B70832D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B86B-1D50-44E9-BDBC-DFCA319C361F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55C5F50-6D3F-A759-43FD-7E125E74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45C27D8-AC6D-7580-372D-6A9728FB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0449-0804-43BE-AAD9-905D8B00E6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575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EC9CDA-3E40-5FC1-A8B9-C65A3DE1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43E8472-B12D-46D9-88A6-F12CF541F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F5C97B9-D5A4-BCB5-86AD-E9AEB427F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9272673-32FC-2207-666C-AC8E5596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B86B-1D50-44E9-BDBC-DFCA319C361F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39EA046-7710-F1B3-27D7-138401DA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F6A9E8C-C59F-4B53-A110-15F04F6B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0449-0804-43BE-AAD9-905D8B00E6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042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9EA6F5-6506-B19B-4122-50A55E23A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2D9BBA4-BD40-306D-E3D9-A22513F69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BE9FACC-448F-9014-217B-F5EF01877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868DF65-5D15-D632-DEB0-E39740A8E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50A018B-0667-0E18-3B27-6CD6EDF3E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383E229D-3D0A-F4BD-836C-432EB198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B86B-1D50-44E9-BDBC-DFCA319C361F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2CDCCD3-B4F0-D0F4-5E70-F97400BB0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FC681192-97BE-7FD6-55F2-D3785DBAC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0449-0804-43BE-AAD9-905D8B00E6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92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FD68E9-6ABE-878F-F444-B5AC9450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60EF5A2-F9F6-374B-9066-6962C9725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B86B-1D50-44E9-BDBC-DFCA319C361F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D43FB51-199E-665A-83B4-91EE788C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6C267E0-B6F1-655C-04E9-E1B113080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0449-0804-43BE-AAD9-905D8B00E6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1568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1A1B1D0-B661-0868-DF9C-1B7D4F29F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B86B-1D50-44E9-BDBC-DFCA319C361F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BDF50BE-CDDD-0EB7-F54A-B6668A32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C582D76-4F19-CDCE-88AC-06160CE6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0449-0804-43BE-AAD9-905D8B00E6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0311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C50D50-0BFA-8D9D-B25E-5B06A50F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DA83CEB-9688-2BC7-4A1A-EAB1D3A91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7C17AA7-691F-5967-E9F7-472CA7BF5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DE2304D-94C7-B599-3A33-AAA0630F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B86B-1D50-44E9-BDBC-DFCA319C361F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5098316-8072-4EAF-898C-F53DC723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99DE41E-154D-8ACB-922C-B5412FAF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0449-0804-43BE-AAD9-905D8B00E6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170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8320AB7-AC97-B239-E491-36637B97A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46D7D10-A60E-9E97-E1C9-8FDDCC67E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06693E7-7906-CB25-B03F-163EECAC0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A9DAC9F-A84C-FBC4-78AC-7008B496E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B86B-1D50-44E9-BDBC-DFCA319C361F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9AE7B03-4580-03D4-0D16-A8BBDE41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1916A0C-12BF-B20E-DC26-56743B47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0449-0804-43BE-AAD9-905D8B00E6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5459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9B7D08-ECE8-F484-66FD-692DD7CC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40561E0-CED1-0DB6-F971-503A2C05D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F54F7AC-9B19-7812-5DB1-09DABB7D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B86B-1D50-44E9-BDBC-DFCA319C361F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91CEF22-DE11-4910-5B54-4E5B9375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53379FF-E742-3BCD-A47B-8950B0F96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0449-0804-43BE-AAD9-905D8B00E6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413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6FB88CC-A6E4-1508-7C0A-0B46B92457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D463A2-AC53-30AA-6A99-F3AF02BB1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0CF6C8C-16B7-F15D-8CD2-30EA58A3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B86B-1D50-44E9-BDBC-DFCA319C361F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6AB7A81-6ED4-2956-6D3F-D5286CAE8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28F3944-1B0E-D7E5-35C3-9AD37E94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20449-0804-43BE-AAD9-905D8B00E6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730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69B644D-AE07-5203-A018-1338709FC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D11B10F-523D-2C82-2B45-10382C41C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9793B7D-9D9E-C8FA-F12F-A0FF584AB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6B86B-1D50-44E9-BDBC-DFCA319C361F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460EB96-A9C4-691A-7621-290E0F59E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A4F5FE2-B32D-EFA2-06F9-34650ED9D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20449-0804-43BE-AAD9-905D8B00E6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26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A04A68DB-2415-54AF-146C-FE97218B5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55174" y="-1211826"/>
            <a:ext cx="4793226" cy="479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C13E2BB-082C-46F4-6C74-E40B0F0B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03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DC517-C3C2-1B51-0632-4A64B15D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99D5912C-CEA4-5AE1-FD44-6AB25FD74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03" b="2630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801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7F560-E2D2-F0FE-0E61-C46996ECC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1894A33-BFC5-ED62-246A-6D3CD80BC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52" b="2855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54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361F1-062E-E0DA-609A-E4C6853DB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9D3245A5-961A-63B0-49F9-3E1632C91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60" b="2814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3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923CB-3C72-ABCD-38CD-013511A0C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B779F82D-32F9-E4F5-3EB5-494CBA41A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85" b="2532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57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BF4C2-7BD4-A923-AE24-FFA34B8E5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443DF4F-8B23-4711-A16A-B9FE05D88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54" b="2745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218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3CDE8-96BD-7844-1611-A3DF7BB57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32BF2E43-59DE-F539-3396-C2138C3F5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68" b="2384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4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466E66-E272-7180-964F-895B3011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D37BD921-38C9-B381-CE8F-B93FB0CD9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59" b="2504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37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F636D-1419-3E7F-5584-A16707A2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217695B4-C870-74C1-84E1-17B7BC249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05" b="2500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050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EB9B7-0033-C76D-5C9C-FE8A514E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7183F0F-715F-1E9B-4CBF-D91C51740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937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583E9-BDAD-D13C-E146-7A41097B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558045A-6B1F-DC17-D5DB-A43F81452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43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0EC28-FA82-9CB2-722A-F6A09F8A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3824967-DA59-7EDE-315B-689A2F7E9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46" b="3036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73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Geniş ekran</PresentationFormat>
  <Paragraphs>0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AFRANUR POLAT</dc:creator>
  <cp:lastModifiedBy>AFRANUR POLAT</cp:lastModifiedBy>
  <cp:revision>1</cp:revision>
  <dcterms:created xsi:type="dcterms:W3CDTF">2026-05-06T21:47:06Z</dcterms:created>
  <dcterms:modified xsi:type="dcterms:W3CDTF">2026-05-06T21:51:34Z</dcterms:modified>
</cp:coreProperties>
</file>