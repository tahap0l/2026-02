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Başlık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Yahudiliğin Tanımı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Yahudilik en eski tek tanrılı dinlerden biridir.</a:t>
            </a:r>
          </a:p>
          <a:p>
            <a:r>
              <a:t>• Tanrı inancı: Tek tanrı (Yahve).</a:t>
            </a:r>
          </a:p>
          <a:p>
            <a:r>
              <a:t>• Yahudiler kendilerini İsrailoğulları olarak görür.</a:t>
            </a:r>
          </a:p>
          <a:p>
            <a:r>
              <a:t>• Hem din hem de kültürel kimliktir.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Yahudiliğin Kutsal Kitabı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Yahudiliğin kutsal kitabı Tanah'tır.</a:t>
            </a:r>
          </a:p>
          <a:p>
            <a:r>
              <a:t>• Tanah üç bölümden oluşur:</a:t>
            </a:r>
          </a:p>
          <a:p>
            <a:r>
              <a:t>  - Tevrat</a:t>
            </a:r>
          </a:p>
          <a:p>
            <a:r>
              <a:t>  - Neviim (Peygamberler)</a:t>
            </a:r>
          </a:p>
          <a:p>
            <a:r>
              <a:t>  - Ketuvim (Yazılar)</a:t>
            </a:r>
          </a:p>
          <a:p>
            <a:r>
              <a:t>• En önemli bölüm Tevrat'tır.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Yahudilikte İbadet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İbadet yeri: Sinagog</a:t>
            </a:r>
          </a:p>
          <a:p>
            <a:r>
              <a:t>• Din adamı: Haham</a:t>
            </a:r>
          </a:p>
          <a:p>
            <a:r>
              <a:t>• Cumartesi günü kutsaldır (Şabat).</a:t>
            </a:r>
          </a:p>
          <a:p>
            <a:r>
              <a:t>• Dua, kutsal günler ve dini kurallar önemlidir.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Yahudilikte Temel İnançlar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Tek Tanrı inancı</a:t>
            </a:r>
          </a:p>
          <a:p>
            <a:r>
              <a:t>• Peygamberlere inanma</a:t>
            </a:r>
          </a:p>
          <a:p>
            <a:r>
              <a:t>• Kutsal kitaba inanma</a:t>
            </a:r>
          </a:p>
          <a:p>
            <a:r>
              <a:t>• Mesih inancı</a:t>
            </a:r>
          </a:p>
          <a:p>
            <a:r>
              <a:t>• Ahiret ve hesap inancı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Hristiyanlığın Tanımı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Hristiyanlık, Hz. İsa'nın öğretilerine dayanan bir dindir.</a:t>
            </a:r>
          </a:p>
          <a:p>
            <a:r>
              <a:t>• Dünyada en çok mensubu olan dinlerden biridir.</a:t>
            </a:r>
          </a:p>
          <a:p>
            <a:r>
              <a:t>• Tek Tanrı inancı vardır.</a:t>
            </a:r>
          </a:p>
          <a:p>
            <a:r>
              <a:t>• Tanrı sevgisi ve merhamet önemli kavramlardır.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Hristiyanlığın Kutsal Kitabı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Hristiyanların kutsal kitabı İncil'dir.</a:t>
            </a:r>
          </a:p>
          <a:p>
            <a:r>
              <a:t>• Kutsal Kitap iki bölümden oluşur:</a:t>
            </a:r>
          </a:p>
          <a:p>
            <a:r>
              <a:t>  - Eski Ahit</a:t>
            </a:r>
          </a:p>
          <a:p>
            <a:r>
              <a:t>  - Yeni Ahit</a:t>
            </a:r>
          </a:p>
          <a:p>
            <a:r>
              <a:t>• Yeni Ahit'te Hz. İsa'nın hayatı ve öğretileri anlatılır.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Hristiyanlıkta İbadet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İbadet yeri: Kilise</a:t>
            </a:r>
          </a:p>
          <a:p>
            <a:r>
              <a:t>• Din adamları: Papaz, rahip</a:t>
            </a:r>
          </a:p>
          <a:p>
            <a:r>
              <a:t>• Pazar günü kutsal kabul edilir.</a:t>
            </a:r>
          </a:p>
          <a:p>
            <a:r>
              <a:t>• Dua, ayin ve vaftiz önemli ibadetlerdir.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Hristiyanlık Mezhepleri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Katoliklik</a:t>
            </a:r>
          </a:p>
          <a:p>
            <a:r>
              <a:t>• Ortodoksluk</a:t>
            </a:r>
          </a:p>
          <a:p>
            <a:r>
              <a:t>• Protestanlık</a:t>
            </a:r>
          </a:p>
          <a:p>
            <a:r>
              <a:t>• Bu mezhepler ibadet ve yönetim açısından farklılıklar gösterir.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Yahudilik ve Hristiyanlığın Ortak Yönleri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Tek Tanrı inancı</a:t>
            </a:r>
          </a:p>
          <a:p>
            <a:r>
              <a:t>• Peygamberlere inanma</a:t>
            </a:r>
          </a:p>
          <a:p>
            <a:r>
              <a:t>• Kutsal kitap geleneği</a:t>
            </a:r>
          </a:p>
          <a:p>
            <a:r>
              <a:t>• Ahlaki kuralların önemi</a:t>
            </a:r>
          </a:p>
          <a:p>
            <a:r>
              <a:t>• İbrahimî dinler arasında yer alırlar.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