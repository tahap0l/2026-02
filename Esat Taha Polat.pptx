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61" r:id="rId6"/>
    <p:sldId id="262" r:id="rId7"/>
    <p:sldId id="263" r:id="rId8"/>
    <p:sldId id="264" r:id="rId9"/>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7709734-D84C-4564-9D81-3BCB397FEE2A}" type="doc">
      <dgm:prSet loTypeId="urn:microsoft.com/office/officeart/2016/7/layout/RepeatingBendingProcessNew" loCatId="process" qsTypeId="urn:microsoft.com/office/officeart/2005/8/quickstyle/simple1" qsCatId="simple" csTypeId="urn:microsoft.com/office/officeart/2005/8/colors/accent1_2" csCatId="accent1"/>
      <dgm:spPr/>
      <dgm:t>
        <a:bodyPr/>
        <a:lstStyle/>
        <a:p>
          <a:endParaRPr lang="en-US"/>
        </a:p>
      </dgm:t>
    </dgm:pt>
    <dgm:pt modelId="{84A230BA-036C-412E-897C-186DFF834FC0}">
      <dgm:prSet/>
      <dgm:spPr/>
      <dgm:t>
        <a:bodyPr/>
        <a:lstStyle/>
        <a:p>
          <a:r>
            <a:rPr lang="tr-TR" b="1"/>
            <a:t>Konfüçyüsçülük: Erdemli Toplum ve Aile Düzeni</a:t>
          </a:r>
          <a:endParaRPr lang="en-US"/>
        </a:p>
      </dgm:t>
    </dgm:pt>
    <dgm:pt modelId="{4F0DEBF3-49BF-4183-9301-427D9F90043F}" type="parTrans" cxnId="{EBECAA15-B7E3-41A0-9E78-DB821F6E68A6}">
      <dgm:prSet/>
      <dgm:spPr/>
      <dgm:t>
        <a:bodyPr/>
        <a:lstStyle/>
        <a:p>
          <a:endParaRPr lang="en-US"/>
        </a:p>
      </dgm:t>
    </dgm:pt>
    <dgm:pt modelId="{EA4F81E9-CA78-4B0D-9619-AF2D7B72A3F3}" type="sibTrans" cxnId="{EBECAA15-B7E3-41A0-9E78-DB821F6E68A6}">
      <dgm:prSet/>
      <dgm:spPr/>
      <dgm:t>
        <a:bodyPr/>
        <a:lstStyle/>
        <a:p>
          <a:endParaRPr lang="en-US"/>
        </a:p>
      </dgm:t>
    </dgm:pt>
    <dgm:pt modelId="{636DA916-C8C6-466F-8A0E-EECA3C564F47}">
      <dgm:prSet/>
      <dgm:spPr/>
      <dgm:t>
        <a:bodyPr/>
        <a:lstStyle/>
        <a:p>
          <a:r>
            <a:rPr lang="tr-TR" b="1"/>
            <a:t>Kurucu: Konfüçyüs'ün Hayatı</a:t>
          </a:r>
          <a:endParaRPr lang="en-US"/>
        </a:p>
      </dgm:t>
    </dgm:pt>
    <dgm:pt modelId="{348951B6-55E6-4919-A43F-38170B8062D3}" type="parTrans" cxnId="{BDC65E25-82A4-467E-9C7B-EFD2F5AB3F6A}">
      <dgm:prSet/>
      <dgm:spPr/>
      <dgm:t>
        <a:bodyPr/>
        <a:lstStyle/>
        <a:p>
          <a:endParaRPr lang="en-US"/>
        </a:p>
      </dgm:t>
    </dgm:pt>
    <dgm:pt modelId="{D14B4B09-3A32-4EA0-8D2B-AC2E9D3141AF}" type="sibTrans" cxnId="{BDC65E25-82A4-467E-9C7B-EFD2F5AB3F6A}">
      <dgm:prSet/>
      <dgm:spPr/>
      <dgm:t>
        <a:bodyPr/>
        <a:lstStyle/>
        <a:p>
          <a:endParaRPr lang="en-US"/>
        </a:p>
      </dgm:t>
    </dgm:pt>
    <dgm:pt modelId="{943C6430-1020-4137-A0C6-3FDF5B8A4792}">
      <dgm:prSet custT="1"/>
      <dgm:spPr/>
      <dgm:t>
        <a:bodyPr/>
        <a:lstStyle/>
        <a:p>
          <a:r>
            <a:rPr lang="tr-TR" sz="800" dirty="0"/>
            <a:t>MÖ 551–479 arasında yaşayan Konfüçyüs, öğretmen ve danışman olarak eğitim, kişisel erdem ve doğru yönetişi vurgulayan bir etik sistemi geliştirdi.</a:t>
          </a:r>
          <a:endParaRPr lang="en-US" sz="800" dirty="0"/>
        </a:p>
      </dgm:t>
    </dgm:pt>
    <dgm:pt modelId="{33D0EFE5-D409-43C6-A4A3-80B99EC96273}" type="parTrans" cxnId="{CC9FCBDF-7F9E-47C6-94EC-674B4F0714BB}">
      <dgm:prSet/>
      <dgm:spPr/>
      <dgm:t>
        <a:bodyPr/>
        <a:lstStyle/>
        <a:p>
          <a:endParaRPr lang="en-US"/>
        </a:p>
      </dgm:t>
    </dgm:pt>
    <dgm:pt modelId="{195517F1-C52C-48A4-AAED-FC89D4F484A6}" type="sibTrans" cxnId="{CC9FCBDF-7F9E-47C6-94EC-674B4F0714BB}">
      <dgm:prSet/>
      <dgm:spPr/>
      <dgm:t>
        <a:bodyPr/>
        <a:lstStyle/>
        <a:p>
          <a:endParaRPr lang="en-US"/>
        </a:p>
      </dgm:t>
    </dgm:pt>
    <dgm:pt modelId="{06BAAA65-2646-4160-9E8B-210A634D9B4B}">
      <dgm:prSet/>
      <dgm:spPr/>
      <dgm:t>
        <a:bodyPr/>
        <a:lstStyle/>
        <a:p>
          <a:r>
            <a:rPr lang="tr-TR" b="1"/>
            <a:t>Ren (İnsanlık)</a:t>
          </a:r>
          <a:endParaRPr lang="en-US"/>
        </a:p>
      </dgm:t>
    </dgm:pt>
    <dgm:pt modelId="{3C20C669-2D7B-474E-BA1E-E11E65F7E45B}" type="parTrans" cxnId="{5CB0210C-00A8-4F20-B3E8-F75B003D6E9F}">
      <dgm:prSet/>
      <dgm:spPr/>
      <dgm:t>
        <a:bodyPr/>
        <a:lstStyle/>
        <a:p>
          <a:endParaRPr lang="en-US"/>
        </a:p>
      </dgm:t>
    </dgm:pt>
    <dgm:pt modelId="{5B7E1929-79BC-4C4C-AC69-16ABDEF9F9ED}" type="sibTrans" cxnId="{5CB0210C-00A8-4F20-B3E8-F75B003D6E9F}">
      <dgm:prSet/>
      <dgm:spPr/>
      <dgm:t>
        <a:bodyPr/>
        <a:lstStyle/>
        <a:p>
          <a:endParaRPr lang="en-US"/>
        </a:p>
      </dgm:t>
    </dgm:pt>
    <dgm:pt modelId="{C6551F16-67BC-4EC0-B6E8-9F0BD78B1A63}">
      <dgm:prSet/>
      <dgm:spPr/>
      <dgm:t>
        <a:bodyPr/>
        <a:lstStyle/>
        <a:p>
          <a:r>
            <a:rPr lang="tr-TR"/>
            <a:t>Ren, şefkat ve empati temelinde başkalarına karşı insancıl davranışı belirtir; toplumsal uyumun çekirdeğidir.</a:t>
          </a:r>
          <a:endParaRPr lang="en-US"/>
        </a:p>
      </dgm:t>
    </dgm:pt>
    <dgm:pt modelId="{0E29612B-1343-4E09-829B-CB5EE5EC50B2}" type="parTrans" cxnId="{DB1BF69E-75FD-40B1-B060-42433F333288}">
      <dgm:prSet/>
      <dgm:spPr/>
      <dgm:t>
        <a:bodyPr/>
        <a:lstStyle/>
        <a:p>
          <a:endParaRPr lang="en-US"/>
        </a:p>
      </dgm:t>
    </dgm:pt>
    <dgm:pt modelId="{3362C172-8373-49C7-8267-2506FB945382}" type="sibTrans" cxnId="{DB1BF69E-75FD-40B1-B060-42433F333288}">
      <dgm:prSet/>
      <dgm:spPr/>
      <dgm:t>
        <a:bodyPr/>
        <a:lstStyle/>
        <a:p>
          <a:endParaRPr lang="en-US"/>
        </a:p>
      </dgm:t>
    </dgm:pt>
    <dgm:pt modelId="{D3A2BC19-29CC-4654-877F-66235C199255}">
      <dgm:prSet/>
      <dgm:spPr/>
      <dgm:t>
        <a:bodyPr/>
        <a:lstStyle/>
        <a:p>
          <a:r>
            <a:rPr lang="tr-TR" b="1"/>
            <a:t>Li (Ritüel)</a:t>
          </a:r>
          <a:endParaRPr lang="en-US"/>
        </a:p>
      </dgm:t>
    </dgm:pt>
    <dgm:pt modelId="{12876C41-90A4-4FE3-851B-249C8074C1AF}" type="parTrans" cxnId="{706126C2-BC8B-4B62-915A-77D9474B4B70}">
      <dgm:prSet/>
      <dgm:spPr/>
      <dgm:t>
        <a:bodyPr/>
        <a:lstStyle/>
        <a:p>
          <a:endParaRPr lang="en-US"/>
        </a:p>
      </dgm:t>
    </dgm:pt>
    <dgm:pt modelId="{AB26B6B2-D004-4DF8-ADB4-1A3A89A5B351}" type="sibTrans" cxnId="{706126C2-BC8B-4B62-915A-77D9474B4B70}">
      <dgm:prSet/>
      <dgm:spPr/>
      <dgm:t>
        <a:bodyPr/>
        <a:lstStyle/>
        <a:p>
          <a:endParaRPr lang="en-US"/>
        </a:p>
      </dgm:t>
    </dgm:pt>
    <dgm:pt modelId="{751EFBFE-214F-4516-8C7E-D3530CBAE801}">
      <dgm:prSet/>
      <dgm:spPr/>
      <dgm:t>
        <a:bodyPr/>
        <a:lstStyle/>
        <a:p>
          <a:r>
            <a:rPr lang="tr-TR"/>
            <a:t>Li hem resmi törenleri hem günlük görgü kurallarını kapsar; ritüeller ailede saygı ve toplumda düzen sağlar.</a:t>
          </a:r>
          <a:endParaRPr lang="en-US"/>
        </a:p>
      </dgm:t>
    </dgm:pt>
    <dgm:pt modelId="{633E9E9E-9758-4EA2-BFE6-002BB4157DF0}" type="parTrans" cxnId="{463024F6-4738-478B-A762-DCB741DBD9D5}">
      <dgm:prSet/>
      <dgm:spPr/>
      <dgm:t>
        <a:bodyPr/>
        <a:lstStyle/>
        <a:p>
          <a:endParaRPr lang="en-US"/>
        </a:p>
      </dgm:t>
    </dgm:pt>
    <dgm:pt modelId="{5F548469-A9EA-4559-B0B2-E75AC1A22A04}" type="sibTrans" cxnId="{463024F6-4738-478B-A762-DCB741DBD9D5}">
      <dgm:prSet/>
      <dgm:spPr/>
      <dgm:t>
        <a:bodyPr/>
        <a:lstStyle/>
        <a:p>
          <a:endParaRPr lang="en-US"/>
        </a:p>
      </dgm:t>
    </dgm:pt>
    <dgm:pt modelId="{151537E4-D2DD-495F-8314-F4715437D8D3}">
      <dgm:prSet/>
      <dgm:spPr/>
      <dgm:t>
        <a:bodyPr/>
        <a:lstStyle/>
        <a:p>
          <a:r>
            <a:rPr lang="tr-TR" b="1"/>
            <a:t>Junzi (Erdemli İnsan)</a:t>
          </a:r>
          <a:endParaRPr lang="en-US"/>
        </a:p>
      </dgm:t>
    </dgm:pt>
    <dgm:pt modelId="{52536D7A-F840-4B7C-9852-1D64B9FF03F7}" type="parTrans" cxnId="{C5D87DA8-DBCE-4D1A-868E-A28839B7FF80}">
      <dgm:prSet/>
      <dgm:spPr/>
      <dgm:t>
        <a:bodyPr/>
        <a:lstStyle/>
        <a:p>
          <a:endParaRPr lang="en-US"/>
        </a:p>
      </dgm:t>
    </dgm:pt>
    <dgm:pt modelId="{8E36CCD3-19A3-4ADC-93E2-21A813B6435E}" type="sibTrans" cxnId="{C5D87DA8-DBCE-4D1A-868E-A28839B7FF80}">
      <dgm:prSet/>
      <dgm:spPr/>
      <dgm:t>
        <a:bodyPr/>
        <a:lstStyle/>
        <a:p>
          <a:endParaRPr lang="en-US"/>
        </a:p>
      </dgm:t>
    </dgm:pt>
    <dgm:pt modelId="{CEDF513D-DD3C-486A-A5F4-2AC8B803D050}">
      <dgm:prSet custT="1"/>
      <dgm:spPr/>
      <dgm:t>
        <a:bodyPr/>
        <a:lstStyle/>
        <a:p>
          <a:r>
            <a:rPr lang="tr-TR" sz="1000" dirty="0" err="1"/>
            <a:t>Junzi</a:t>
          </a:r>
          <a:r>
            <a:rPr lang="tr-TR" sz="1000" dirty="0"/>
            <a:t>, bilgi, özdenetim ve erdemli alışkanlıklarla topluma örnek olan ideal kişidir.</a:t>
          </a:r>
          <a:endParaRPr lang="en-US" sz="1000" dirty="0"/>
        </a:p>
      </dgm:t>
    </dgm:pt>
    <dgm:pt modelId="{4E58928A-9936-405C-A2B8-3AF785686123}" type="parTrans" cxnId="{20A55AF0-276F-4899-ADB8-E70FBA6BB39F}">
      <dgm:prSet/>
      <dgm:spPr/>
      <dgm:t>
        <a:bodyPr/>
        <a:lstStyle/>
        <a:p>
          <a:endParaRPr lang="en-US"/>
        </a:p>
      </dgm:t>
    </dgm:pt>
    <dgm:pt modelId="{91A469AB-A186-4A6D-8DEE-8141E1BE2416}" type="sibTrans" cxnId="{20A55AF0-276F-4899-ADB8-E70FBA6BB39F}">
      <dgm:prSet/>
      <dgm:spPr/>
      <dgm:t>
        <a:bodyPr/>
        <a:lstStyle/>
        <a:p>
          <a:endParaRPr lang="en-US"/>
        </a:p>
      </dgm:t>
    </dgm:pt>
    <dgm:pt modelId="{0829068D-714F-4FB0-B91B-E45ED38E6FD6}">
      <dgm:prSet/>
      <dgm:spPr/>
      <dgm:t>
        <a:bodyPr/>
        <a:lstStyle/>
        <a:p>
          <a:r>
            <a:rPr lang="tr-TR" b="1"/>
            <a:t>Aile ve Ata Kültü</a:t>
          </a:r>
          <a:endParaRPr lang="en-US"/>
        </a:p>
      </dgm:t>
    </dgm:pt>
    <dgm:pt modelId="{6383FB5D-9D92-4538-A369-AD6F82E7EFC2}" type="parTrans" cxnId="{471318E6-F50A-4FB5-B5C0-9745F0BC636F}">
      <dgm:prSet/>
      <dgm:spPr/>
      <dgm:t>
        <a:bodyPr/>
        <a:lstStyle/>
        <a:p>
          <a:endParaRPr lang="en-US"/>
        </a:p>
      </dgm:t>
    </dgm:pt>
    <dgm:pt modelId="{01A59390-5F98-402E-B0FB-825DAE3EF0D9}" type="sibTrans" cxnId="{471318E6-F50A-4FB5-B5C0-9745F0BC636F}">
      <dgm:prSet/>
      <dgm:spPr/>
      <dgm:t>
        <a:bodyPr/>
        <a:lstStyle/>
        <a:p>
          <a:endParaRPr lang="en-US"/>
        </a:p>
      </dgm:t>
    </dgm:pt>
    <dgm:pt modelId="{5E65EED7-DE56-47F9-8EE6-C38CA8D1A092}">
      <dgm:prSet/>
      <dgm:spPr/>
      <dgm:t>
        <a:bodyPr/>
        <a:lstStyle/>
        <a:p>
          <a:r>
            <a:rPr lang="tr-TR" dirty="0"/>
            <a:t>Aile toplumun temelidir; çocukların ebeveynlere ve atalara gösterdiği saygı (</a:t>
          </a:r>
          <a:r>
            <a:rPr lang="tr-TR" dirty="0" err="1"/>
            <a:t>filial</a:t>
          </a:r>
          <a:r>
            <a:rPr lang="tr-TR" dirty="0"/>
            <a:t> </a:t>
          </a:r>
          <a:r>
            <a:rPr lang="tr-TR" dirty="0" err="1"/>
            <a:t>piety</a:t>
          </a:r>
          <a:r>
            <a:rPr lang="tr-TR" dirty="0"/>
            <a:t>) toplumsal sürekliliği destekler.</a:t>
          </a:r>
          <a:endParaRPr lang="en-US" dirty="0"/>
        </a:p>
      </dgm:t>
    </dgm:pt>
    <dgm:pt modelId="{809751EF-B19F-48DF-824C-BE12504FEE17}" type="parTrans" cxnId="{B184D74E-9A49-4ED4-95ED-124459570CC9}">
      <dgm:prSet/>
      <dgm:spPr/>
      <dgm:t>
        <a:bodyPr/>
        <a:lstStyle/>
        <a:p>
          <a:endParaRPr lang="en-US"/>
        </a:p>
      </dgm:t>
    </dgm:pt>
    <dgm:pt modelId="{55842136-ADAA-46CC-937A-2FFA6127B94E}" type="sibTrans" cxnId="{B184D74E-9A49-4ED4-95ED-124459570CC9}">
      <dgm:prSet/>
      <dgm:spPr/>
      <dgm:t>
        <a:bodyPr/>
        <a:lstStyle/>
        <a:p>
          <a:endParaRPr lang="en-US"/>
        </a:p>
      </dgm:t>
    </dgm:pt>
    <dgm:pt modelId="{2F5FE4A9-20B2-4CC6-8384-78D0C5D6CECF}">
      <dgm:prSet/>
      <dgm:spPr/>
      <dgm:t>
        <a:bodyPr/>
        <a:lstStyle/>
        <a:p>
          <a:r>
            <a:rPr lang="tr-TR" b="1"/>
            <a:t>Analektler</a:t>
          </a:r>
          <a:endParaRPr lang="en-US"/>
        </a:p>
      </dgm:t>
    </dgm:pt>
    <dgm:pt modelId="{84477476-94D2-4C70-9DCF-5EF5CDFED562}" type="parTrans" cxnId="{DC799A3E-AF5A-4C12-A60F-B9604CC21D45}">
      <dgm:prSet/>
      <dgm:spPr/>
      <dgm:t>
        <a:bodyPr/>
        <a:lstStyle/>
        <a:p>
          <a:endParaRPr lang="en-US"/>
        </a:p>
      </dgm:t>
    </dgm:pt>
    <dgm:pt modelId="{84B1B6F9-A2F3-4012-87C9-53FA6BD2310A}" type="sibTrans" cxnId="{DC799A3E-AF5A-4C12-A60F-B9604CC21D45}">
      <dgm:prSet/>
      <dgm:spPr/>
      <dgm:t>
        <a:bodyPr/>
        <a:lstStyle/>
        <a:p>
          <a:endParaRPr lang="en-US"/>
        </a:p>
      </dgm:t>
    </dgm:pt>
    <dgm:pt modelId="{B9647092-6B6F-4533-A7D1-7540D0207841}">
      <dgm:prSet/>
      <dgm:spPr/>
      <dgm:t>
        <a:bodyPr/>
        <a:lstStyle/>
        <a:p>
          <a:r>
            <a:rPr lang="tr-TR"/>
            <a:t>Analektler (Lunyu), Konfüçyüs'ün söz ve öğretilerini derleyen temel kaynaktır ve ahlak ile liderlik ilkelerini aktarır.</a:t>
          </a:r>
          <a:endParaRPr lang="en-US"/>
        </a:p>
      </dgm:t>
    </dgm:pt>
    <dgm:pt modelId="{FEFE5B9E-0A3A-48BC-9BDE-0E705E957BE0}" type="parTrans" cxnId="{24D510B1-0B7F-4829-B98D-1B899C41B436}">
      <dgm:prSet/>
      <dgm:spPr/>
      <dgm:t>
        <a:bodyPr/>
        <a:lstStyle/>
        <a:p>
          <a:endParaRPr lang="en-US"/>
        </a:p>
      </dgm:t>
    </dgm:pt>
    <dgm:pt modelId="{9E860FFE-7226-460A-A75A-82E7D91CF90F}" type="sibTrans" cxnId="{24D510B1-0B7F-4829-B98D-1B899C41B436}">
      <dgm:prSet/>
      <dgm:spPr/>
      <dgm:t>
        <a:bodyPr/>
        <a:lstStyle/>
        <a:p>
          <a:endParaRPr lang="en-US"/>
        </a:p>
      </dgm:t>
    </dgm:pt>
    <dgm:pt modelId="{3564787F-AB06-480A-A077-7D8966571F18}">
      <dgm:prSet/>
      <dgm:spPr/>
      <dgm:t>
        <a:bodyPr/>
        <a:lstStyle/>
        <a:p>
          <a:r>
            <a:rPr lang="tr-TR" b="1"/>
            <a:t>Çin'deki Etkisi</a:t>
          </a:r>
          <a:endParaRPr lang="en-US"/>
        </a:p>
      </dgm:t>
    </dgm:pt>
    <dgm:pt modelId="{C099F66C-19E1-488C-9D54-F26335BA2822}" type="parTrans" cxnId="{3FA4667E-F068-4002-ABCE-9252D2C440C6}">
      <dgm:prSet/>
      <dgm:spPr/>
      <dgm:t>
        <a:bodyPr/>
        <a:lstStyle/>
        <a:p>
          <a:endParaRPr lang="en-US"/>
        </a:p>
      </dgm:t>
    </dgm:pt>
    <dgm:pt modelId="{6E266126-B4FF-464F-9196-A437C0120621}" type="sibTrans" cxnId="{3FA4667E-F068-4002-ABCE-9252D2C440C6}">
      <dgm:prSet/>
      <dgm:spPr/>
      <dgm:t>
        <a:bodyPr/>
        <a:lstStyle/>
        <a:p>
          <a:endParaRPr lang="en-US"/>
        </a:p>
      </dgm:t>
    </dgm:pt>
    <dgm:pt modelId="{46C73574-99AC-4462-ADF8-7013D296F58B}">
      <dgm:prSet custT="1"/>
      <dgm:spPr/>
      <dgm:t>
        <a:bodyPr/>
        <a:lstStyle/>
        <a:p>
          <a:r>
            <a:rPr lang="tr-TR" sz="900" dirty="0"/>
            <a:t>Konfüçyüsçülük, imparatorluk döneminde eğitim, bürokrasi ve aile yapısını şekillendirerek Çin kültüründe kalıcı bir miras bıraktı.</a:t>
          </a:r>
          <a:endParaRPr lang="en-US" sz="900" dirty="0"/>
        </a:p>
      </dgm:t>
    </dgm:pt>
    <dgm:pt modelId="{A4B1CC78-58ED-4E54-BB36-3ADF00488240}" type="parTrans" cxnId="{FB450895-4AD3-4CDB-8074-6C9D74EC49A4}">
      <dgm:prSet/>
      <dgm:spPr/>
      <dgm:t>
        <a:bodyPr/>
        <a:lstStyle/>
        <a:p>
          <a:endParaRPr lang="en-US"/>
        </a:p>
      </dgm:t>
    </dgm:pt>
    <dgm:pt modelId="{B2C7B956-77BF-46A5-BDA1-115573BE224B}" type="sibTrans" cxnId="{FB450895-4AD3-4CDB-8074-6C9D74EC49A4}">
      <dgm:prSet/>
      <dgm:spPr/>
      <dgm:t>
        <a:bodyPr/>
        <a:lstStyle/>
        <a:p>
          <a:endParaRPr lang="en-US"/>
        </a:p>
      </dgm:t>
    </dgm:pt>
    <dgm:pt modelId="{1B1BC4EE-0452-4A21-99FD-F5589ABEC1EC}" type="pres">
      <dgm:prSet presAssocID="{B7709734-D84C-4564-9D81-3BCB397FEE2A}" presName="Name0" presStyleCnt="0">
        <dgm:presLayoutVars>
          <dgm:dir/>
          <dgm:resizeHandles val="exact"/>
        </dgm:presLayoutVars>
      </dgm:prSet>
      <dgm:spPr/>
    </dgm:pt>
    <dgm:pt modelId="{A896590E-4BAE-443A-96F6-199630729DBA}" type="pres">
      <dgm:prSet presAssocID="{84A230BA-036C-412E-897C-186DFF834FC0}" presName="node" presStyleLbl="node1" presStyleIdx="0" presStyleCnt="15">
        <dgm:presLayoutVars>
          <dgm:bulletEnabled val="1"/>
        </dgm:presLayoutVars>
      </dgm:prSet>
      <dgm:spPr/>
    </dgm:pt>
    <dgm:pt modelId="{26F26051-889B-4E69-BDD1-277FD26AE1E0}" type="pres">
      <dgm:prSet presAssocID="{EA4F81E9-CA78-4B0D-9619-AF2D7B72A3F3}" presName="sibTrans" presStyleLbl="sibTrans1D1" presStyleIdx="0" presStyleCnt="14"/>
      <dgm:spPr/>
    </dgm:pt>
    <dgm:pt modelId="{B13DA075-E42E-4ADD-9452-8A1D4A1111B1}" type="pres">
      <dgm:prSet presAssocID="{EA4F81E9-CA78-4B0D-9619-AF2D7B72A3F3}" presName="connectorText" presStyleLbl="sibTrans1D1" presStyleIdx="0" presStyleCnt="14"/>
      <dgm:spPr/>
    </dgm:pt>
    <dgm:pt modelId="{9048D649-3903-48CB-8A7A-748CAAF87287}" type="pres">
      <dgm:prSet presAssocID="{636DA916-C8C6-466F-8A0E-EECA3C564F47}" presName="node" presStyleLbl="node1" presStyleIdx="1" presStyleCnt="15">
        <dgm:presLayoutVars>
          <dgm:bulletEnabled val="1"/>
        </dgm:presLayoutVars>
      </dgm:prSet>
      <dgm:spPr/>
    </dgm:pt>
    <dgm:pt modelId="{71BFC662-9EF4-4F41-8712-F291298F84BF}" type="pres">
      <dgm:prSet presAssocID="{D14B4B09-3A32-4EA0-8D2B-AC2E9D3141AF}" presName="sibTrans" presStyleLbl="sibTrans1D1" presStyleIdx="1" presStyleCnt="14"/>
      <dgm:spPr/>
    </dgm:pt>
    <dgm:pt modelId="{E22BBD2F-28FD-489B-B96D-93610DF9D2D6}" type="pres">
      <dgm:prSet presAssocID="{D14B4B09-3A32-4EA0-8D2B-AC2E9D3141AF}" presName="connectorText" presStyleLbl="sibTrans1D1" presStyleIdx="1" presStyleCnt="14"/>
      <dgm:spPr/>
    </dgm:pt>
    <dgm:pt modelId="{2E154C49-62E4-4BE5-9051-3E9299646556}" type="pres">
      <dgm:prSet presAssocID="{943C6430-1020-4137-A0C6-3FDF5B8A4792}" presName="node" presStyleLbl="node1" presStyleIdx="2" presStyleCnt="15">
        <dgm:presLayoutVars>
          <dgm:bulletEnabled val="1"/>
        </dgm:presLayoutVars>
      </dgm:prSet>
      <dgm:spPr/>
    </dgm:pt>
    <dgm:pt modelId="{5FF1AF36-8EAE-400C-9C65-1FADD7DD980F}" type="pres">
      <dgm:prSet presAssocID="{195517F1-C52C-48A4-AAED-FC89D4F484A6}" presName="sibTrans" presStyleLbl="sibTrans1D1" presStyleIdx="2" presStyleCnt="14"/>
      <dgm:spPr/>
    </dgm:pt>
    <dgm:pt modelId="{2D084163-7FE3-413A-A208-5802EC69023B}" type="pres">
      <dgm:prSet presAssocID="{195517F1-C52C-48A4-AAED-FC89D4F484A6}" presName="connectorText" presStyleLbl="sibTrans1D1" presStyleIdx="2" presStyleCnt="14"/>
      <dgm:spPr/>
    </dgm:pt>
    <dgm:pt modelId="{32111CEC-422F-41DD-AE67-C3EBD92EC039}" type="pres">
      <dgm:prSet presAssocID="{06BAAA65-2646-4160-9E8B-210A634D9B4B}" presName="node" presStyleLbl="node1" presStyleIdx="3" presStyleCnt="15">
        <dgm:presLayoutVars>
          <dgm:bulletEnabled val="1"/>
        </dgm:presLayoutVars>
      </dgm:prSet>
      <dgm:spPr/>
    </dgm:pt>
    <dgm:pt modelId="{7C8B32F0-1672-4DEE-A297-0BC862388DB7}" type="pres">
      <dgm:prSet presAssocID="{5B7E1929-79BC-4C4C-AC69-16ABDEF9F9ED}" presName="sibTrans" presStyleLbl="sibTrans1D1" presStyleIdx="3" presStyleCnt="14"/>
      <dgm:spPr/>
    </dgm:pt>
    <dgm:pt modelId="{3B159E1B-DA84-42AB-905B-E45D900C8796}" type="pres">
      <dgm:prSet presAssocID="{5B7E1929-79BC-4C4C-AC69-16ABDEF9F9ED}" presName="connectorText" presStyleLbl="sibTrans1D1" presStyleIdx="3" presStyleCnt="14"/>
      <dgm:spPr/>
    </dgm:pt>
    <dgm:pt modelId="{4FC74D49-69EA-4CAE-98A1-F05ADD018652}" type="pres">
      <dgm:prSet presAssocID="{C6551F16-67BC-4EC0-B6E8-9F0BD78B1A63}" presName="node" presStyleLbl="node1" presStyleIdx="4" presStyleCnt="15">
        <dgm:presLayoutVars>
          <dgm:bulletEnabled val="1"/>
        </dgm:presLayoutVars>
      </dgm:prSet>
      <dgm:spPr/>
    </dgm:pt>
    <dgm:pt modelId="{330FE2EE-AD7A-4340-81C2-C09494B11EE9}" type="pres">
      <dgm:prSet presAssocID="{3362C172-8373-49C7-8267-2506FB945382}" presName="sibTrans" presStyleLbl="sibTrans1D1" presStyleIdx="4" presStyleCnt="14"/>
      <dgm:spPr/>
    </dgm:pt>
    <dgm:pt modelId="{377C12B4-C4AF-47A0-8740-791C947CBE01}" type="pres">
      <dgm:prSet presAssocID="{3362C172-8373-49C7-8267-2506FB945382}" presName="connectorText" presStyleLbl="sibTrans1D1" presStyleIdx="4" presStyleCnt="14"/>
      <dgm:spPr/>
    </dgm:pt>
    <dgm:pt modelId="{07CF2F13-0462-4EEF-AB89-473C124102D2}" type="pres">
      <dgm:prSet presAssocID="{D3A2BC19-29CC-4654-877F-66235C199255}" presName="node" presStyleLbl="node1" presStyleIdx="5" presStyleCnt="15">
        <dgm:presLayoutVars>
          <dgm:bulletEnabled val="1"/>
        </dgm:presLayoutVars>
      </dgm:prSet>
      <dgm:spPr/>
    </dgm:pt>
    <dgm:pt modelId="{E9036E0A-7BEB-4970-9067-67F1A6E08CD3}" type="pres">
      <dgm:prSet presAssocID="{AB26B6B2-D004-4DF8-ADB4-1A3A89A5B351}" presName="sibTrans" presStyleLbl="sibTrans1D1" presStyleIdx="5" presStyleCnt="14"/>
      <dgm:spPr/>
    </dgm:pt>
    <dgm:pt modelId="{755DC5F8-6237-42E7-847C-53270B142473}" type="pres">
      <dgm:prSet presAssocID="{AB26B6B2-D004-4DF8-ADB4-1A3A89A5B351}" presName="connectorText" presStyleLbl="sibTrans1D1" presStyleIdx="5" presStyleCnt="14"/>
      <dgm:spPr/>
    </dgm:pt>
    <dgm:pt modelId="{EAC323B9-F85A-4104-9225-82D5C75E84BE}" type="pres">
      <dgm:prSet presAssocID="{751EFBFE-214F-4516-8C7E-D3530CBAE801}" presName="node" presStyleLbl="node1" presStyleIdx="6" presStyleCnt="15">
        <dgm:presLayoutVars>
          <dgm:bulletEnabled val="1"/>
        </dgm:presLayoutVars>
      </dgm:prSet>
      <dgm:spPr/>
    </dgm:pt>
    <dgm:pt modelId="{22660AEC-AF08-44D0-92C2-18960AE7D2A0}" type="pres">
      <dgm:prSet presAssocID="{5F548469-A9EA-4559-B0B2-E75AC1A22A04}" presName="sibTrans" presStyleLbl="sibTrans1D1" presStyleIdx="6" presStyleCnt="14"/>
      <dgm:spPr/>
    </dgm:pt>
    <dgm:pt modelId="{8816DA0D-5940-45FB-983B-1828C191D09A}" type="pres">
      <dgm:prSet presAssocID="{5F548469-A9EA-4559-B0B2-E75AC1A22A04}" presName="connectorText" presStyleLbl="sibTrans1D1" presStyleIdx="6" presStyleCnt="14"/>
      <dgm:spPr/>
    </dgm:pt>
    <dgm:pt modelId="{B4788AD5-E182-495E-B348-4DFB58A99306}" type="pres">
      <dgm:prSet presAssocID="{151537E4-D2DD-495F-8314-F4715437D8D3}" presName="node" presStyleLbl="node1" presStyleIdx="7" presStyleCnt="15">
        <dgm:presLayoutVars>
          <dgm:bulletEnabled val="1"/>
        </dgm:presLayoutVars>
      </dgm:prSet>
      <dgm:spPr/>
    </dgm:pt>
    <dgm:pt modelId="{4451B847-9212-4FA2-97EB-AE54F7309A29}" type="pres">
      <dgm:prSet presAssocID="{8E36CCD3-19A3-4ADC-93E2-21A813B6435E}" presName="sibTrans" presStyleLbl="sibTrans1D1" presStyleIdx="7" presStyleCnt="14"/>
      <dgm:spPr/>
    </dgm:pt>
    <dgm:pt modelId="{6734C966-3A12-48F0-870E-200246654A40}" type="pres">
      <dgm:prSet presAssocID="{8E36CCD3-19A3-4ADC-93E2-21A813B6435E}" presName="connectorText" presStyleLbl="sibTrans1D1" presStyleIdx="7" presStyleCnt="14"/>
      <dgm:spPr/>
    </dgm:pt>
    <dgm:pt modelId="{EE7C201B-081E-49ED-AB6A-346C6B1ED92A}" type="pres">
      <dgm:prSet presAssocID="{CEDF513D-DD3C-486A-A5F4-2AC8B803D050}" presName="node" presStyleLbl="node1" presStyleIdx="8" presStyleCnt="15">
        <dgm:presLayoutVars>
          <dgm:bulletEnabled val="1"/>
        </dgm:presLayoutVars>
      </dgm:prSet>
      <dgm:spPr/>
    </dgm:pt>
    <dgm:pt modelId="{E0392E3D-ACE0-44F2-A294-D7EC1337A4F6}" type="pres">
      <dgm:prSet presAssocID="{91A469AB-A186-4A6D-8DEE-8141E1BE2416}" presName="sibTrans" presStyleLbl="sibTrans1D1" presStyleIdx="8" presStyleCnt="14"/>
      <dgm:spPr/>
    </dgm:pt>
    <dgm:pt modelId="{EDA039DC-397E-46B3-AA03-84A310FB4A8B}" type="pres">
      <dgm:prSet presAssocID="{91A469AB-A186-4A6D-8DEE-8141E1BE2416}" presName="connectorText" presStyleLbl="sibTrans1D1" presStyleIdx="8" presStyleCnt="14"/>
      <dgm:spPr/>
    </dgm:pt>
    <dgm:pt modelId="{1893F489-CCEE-402F-85F3-8B07AC9886E7}" type="pres">
      <dgm:prSet presAssocID="{0829068D-714F-4FB0-B91B-E45ED38E6FD6}" presName="node" presStyleLbl="node1" presStyleIdx="9" presStyleCnt="15">
        <dgm:presLayoutVars>
          <dgm:bulletEnabled val="1"/>
        </dgm:presLayoutVars>
      </dgm:prSet>
      <dgm:spPr/>
    </dgm:pt>
    <dgm:pt modelId="{C1C1131A-61A4-4140-8A7B-D21B86284972}" type="pres">
      <dgm:prSet presAssocID="{01A59390-5F98-402E-B0FB-825DAE3EF0D9}" presName="sibTrans" presStyleLbl="sibTrans1D1" presStyleIdx="9" presStyleCnt="14"/>
      <dgm:spPr/>
    </dgm:pt>
    <dgm:pt modelId="{00F4975C-D2B1-4FC9-B2AF-4843E6850501}" type="pres">
      <dgm:prSet presAssocID="{01A59390-5F98-402E-B0FB-825DAE3EF0D9}" presName="connectorText" presStyleLbl="sibTrans1D1" presStyleIdx="9" presStyleCnt="14"/>
      <dgm:spPr/>
    </dgm:pt>
    <dgm:pt modelId="{03BF90A2-74E8-45FC-B061-B7BEADF936AD}" type="pres">
      <dgm:prSet presAssocID="{5E65EED7-DE56-47F9-8EE6-C38CA8D1A092}" presName="node" presStyleLbl="node1" presStyleIdx="10" presStyleCnt="15">
        <dgm:presLayoutVars>
          <dgm:bulletEnabled val="1"/>
        </dgm:presLayoutVars>
      </dgm:prSet>
      <dgm:spPr/>
    </dgm:pt>
    <dgm:pt modelId="{8C2C502D-B8A6-4D5B-8717-DF6ABD2C95E5}" type="pres">
      <dgm:prSet presAssocID="{55842136-ADAA-46CC-937A-2FFA6127B94E}" presName="sibTrans" presStyleLbl="sibTrans1D1" presStyleIdx="10" presStyleCnt="14"/>
      <dgm:spPr/>
    </dgm:pt>
    <dgm:pt modelId="{4E7EBA97-B2A3-4E37-939B-383CA5D3F7FE}" type="pres">
      <dgm:prSet presAssocID="{55842136-ADAA-46CC-937A-2FFA6127B94E}" presName="connectorText" presStyleLbl="sibTrans1D1" presStyleIdx="10" presStyleCnt="14"/>
      <dgm:spPr/>
    </dgm:pt>
    <dgm:pt modelId="{13AEB406-6CA9-4DDF-AAB2-16757E783D44}" type="pres">
      <dgm:prSet presAssocID="{2F5FE4A9-20B2-4CC6-8384-78D0C5D6CECF}" presName="node" presStyleLbl="node1" presStyleIdx="11" presStyleCnt="15">
        <dgm:presLayoutVars>
          <dgm:bulletEnabled val="1"/>
        </dgm:presLayoutVars>
      </dgm:prSet>
      <dgm:spPr/>
    </dgm:pt>
    <dgm:pt modelId="{07D01CF1-62C7-43BF-B2D0-C2E197821267}" type="pres">
      <dgm:prSet presAssocID="{84B1B6F9-A2F3-4012-87C9-53FA6BD2310A}" presName="sibTrans" presStyleLbl="sibTrans1D1" presStyleIdx="11" presStyleCnt="14"/>
      <dgm:spPr/>
    </dgm:pt>
    <dgm:pt modelId="{8CEC5FEB-ADFD-4F91-91C6-8310B5FA5420}" type="pres">
      <dgm:prSet presAssocID="{84B1B6F9-A2F3-4012-87C9-53FA6BD2310A}" presName="connectorText" presStyleLbl="sibTrans1D1" presStyleIdx="11" presStyleCnt="14"/>
      <dgm:spPr/>
    </dgm:pt>
    <dgm:pt modelId="{489C9A66-2B4A-406A-9D47-0E269AE62920}" type="pres">
      <dgm:prSet presAssocID="{B9647092-6B6F-4533-A7D1-7540D0207841}" presName="node" presStyleLbl="node1" presStyleIdx="12" presStyleCnt="15">
        <dgm:presLayoutVars>
          <dgm:bulletEnabled val="1"/>
        </dgm:presLayoutVars>
      </dgm:prSet>
      <dgm:spPr/>
    </dgm:pt>
    <dgm:pt modelId="{DDF9F7D6-368F-4C8E-BE13-A4B59BD765D5}" type="pres">
      <dgm:prSet presAssocID="{9E860FFE-7226-460A-A75A-82E7D91CF90F}" presName="sibTrans" presStyleLbl="sibTrans1D1" presStyleIdx="12" presStyleCnt="14"/>
      <dgm:spPr/>
    </dgm:pt>
    <dgm:pt modelId="{D1DCA808-06E9-4BBF-9B64-06CB0BA7D0AA}" type="pres">
      <dgm:prSet presAssocID="{9E860FFE-7226-460A-A75A-82E7D91CF90F}" presName="connectorText" presStyleLbl="sibTrans1D1" presStyleIdx="12" presStyleCnt="14"/>
      <dgm:spPr/>
    </dgm:pt>
    <dgm:pt modelId="{03FB87BA-709C-45DD-818F-49C5417E0870}" type="pres">
      <dgm:prSet presAssocID="{3564787F-AB06-480A-A077-7D8966571F18}" presName="node" presStyleLbl="node1" presStyleIdx="13" presStyleCnt="15">
        <dgm:presLayoutVars>
          <dgm:bulletEnabled val="1"/>
        </dgm:presLayoutVars>
      </dgm:prSet>
      <dgm:spPr/>
    </dgm:pt>
    <dgm:pt modelId="{47996AC3-1216-4DB4-A236-4767B59BA540}" type="pres">
      <dgm:prSet presAssocID="{6E266126-B4FF-464F-9196-A437C0120621}" presName="sibTrans" presStyleLbl="sibTrans1D1" presStyleIdx="13" presStyleCnt="14"/>
      <dgm:spPr/>
    </dgm:pt>
    <dgm:pt modelId="{EBB38FB0-5898-4431-9186-4A1E32498778}" type="pres">
      <dgm:prSet presAssocID="{6E266126-B4FF-464F-9196-A437C0120621}" presName="connectorText" presStyleLbl="sibTrans1D1" presStyleIdx="13" presStyleCnt="14"/>
      <dgm:spPr/>
    </dgm:pt>
    <dgm:pt modelId="{A7C0B75D-43E9-4649-8C81-CCB59F59690D}" type="pres">
      <dgm:prSet presAssocID="{46C73574-99AC-4462-ADF8-7013D296F58B}" presName="node" presStyleLbl="node1" presStyleIdx="14" presStyleCnt="15">
        <dgm:presLayoutVars>
          <dgm:bulletEnabled val="1"/>
        </dgm:presLayoutVars>
      </dgm:prSet>
      <dgm:spPr/>
    </dgm:pt>
  </dgm:ptLst>
  <dgm:cxnLst>
    <dgm:cxn modelId="{C5FCB401-F173-48D4-8EBB-8FD1062BC78A}" type="presOf" srcId="{EA4F81E9-CA78-4B0D-9619-AF2D7B72A3F3}" destId="{B13DA075-E42E-4ADD-9452-8A1D4A1111B1}" srcOrd="1" destOrd="0" presId="urn:microsoft.com/office/officeart/2016/7/layout/RepeatingBendingProcessNew"/>
    <dgm:cxn modelId="{5CB0210C-00A8-4F20-B3E8-F75B003D6E9F}" srcId="{B7709734-D84C-4564-9D81-3BCB397FEE2A}" destId="{06BAAA65-2646-4160-9E8B-210A634D9B4B}" srcOrd="3" destOrd="0" parTransId="{3C20C669-2D7B-474E-BA1E-E11E65F7E45B}" sibTransId="{5B7E1929-79BC-4C4C-AC69-16ABDEF9F9ED}"/>
    <dgm:cxn modelId="{EBECAA15-B7E3-41A0-9E78-DB821F6E68A6}" srcId="{B7709734-D84C-4564-9D81-3BCB397FEE2A}" destId="{84A230BA-036C-412E-897C-186DFF834FC0}" srcOrd="0" destOrd="0" parTransId="{4F0DEBF3-49BF-4183-9301-427D9F90043F}" sibTransId="{EA4F81E9-CA78-4B0D-9619-AF2D7B72A3F3}"/>
    <dgm:cxn modelId="{3E972C18-A4EA-4076-8199-BFE0FD1962D2}" type="presOf" srcId="{751EFBFE-214F-4516-8C7E-D3530CBAE801}" destId="{EAC323B9-F85A-4104-9225-82D5C75E84BE}" srcOrd="0" destOrd="0" presId="urn:microsoft.com/office/officeart/2016/7/layout/RepeatingBendingProcessNew"/>
    <dgm:cxn modelId="{4B002C22-61F2-4D9E-A443-A872C1306BD9}" type="presOf" srcId="{84A230BA-036C-412E-897C-186DFF834FC0}" destId="{A896590E-4BAE-443A-96F6-199630729DBA}" srcOrd="0" destOrd="0" presId="urn:microsoft.com/office/officeart/2016/7/layout/RepeatingBendingProcessNew"/>
    <dgm:cxn modelId="{BDC65E25-82A4-467E-9C7B-EFD2F5AB3F6A}" srcId="{B7709734-D84C-4564-9D81-3BCB397FEE2A}" destId="{636DA916-C8C6-466F-8A0E-EECA3C564F47}" srcOrd="1" destOrd="0" parTransId="{348951B6-55E6-4919-A43F-38170B8062D3}" sibTransId="{D14B4B09-3A32-4EA0-8D2B-AC2E9D3141AF}"/>
    <dgm:cxn modelId="{21397E25-49A7-4775-8CE0-5B755B93AA66}" type="presOf" srcId="{2F5FE4A9-20B2-4CC6-8384-78D0C5D6CECF}" destId="{13AEB406-6CA9-4DDF-AAB2-16757E783D44}" srcOrd="0" destOrd="0" presId="urn:microsoft.com/office/officeart/2016/7/layout/RepeatingBendingProcessNew"/>
    <dgm:cxn modelId="{038D5F29-ED62-4955-B70D-DD73E14703A1}" type="presOf" srcId="{3362C172-8373-49C7-8267-2506FB945382}" destId="{330FE2EE-AD7A-4340-81C2-C09494B11EE9}" srcOrd="0" destOrd="0" presId="urn:microsoft.com/office/officeart/2016/7/layout/RepeatingBendingProcessNew"/>
    <dgm:cxn modelId="{1498A529-1D86-4CEB-93D9-0144CFEC4D41}" type="presOf" srcId="{D3A2BC19-29CC-4654-877F-66235C199255}" destId="{07CF2F13-0462-4EEF-AB89-473C124102D2}" srcOrd="0" destOrd="0" presId="urn:microsoft.com/office/officeart/2016/7/layout/RepeatingBendingProcessNew"/>
    <dgm:cxn modelId="{5D97F42A-AACA-4740-99B7-90217B159004}" type="presOf" srcId="{5B7E1929-79BC-4C4C-AC69-16ABDEF9F9ED}" destId="{7C8B32F0-1672-4DEE-A297-0BC862388DB7}" srcOrd="0" destOrd="0" presId="urn:microsoft.com/office/officeart/2016/7/layout/RepeatingBendingProcessNew"/>
    <dgm:cxn modelId="{0FD3C431-B615-4929-8CB8-06B47D70F72E}" type="presOf" srcId="{0829068D-714F-4FB0-B91B-E45ED38E6FD6}" destId="{1893F489-CCEE-402F-85F3-8B07AC9886E7}" srcOrd="0" destOrd="0" presId="urn:microsoft.com/office/officeart/2016/7/layout/RepeatingBendingProcessNew"/>
    <dgm:cxn modelId="{A6443F32-2C4D-4FC1-BB33-380493815968}" type="presOf" srcId="{06BAAA65-2646-4160-9E8B-210A634D9B4B}" destId="{32111CEC-422F-41DD-AE67-C3EBD92EC039}" srcOrd="0" destOrd="0" presId="urn:microsoft.com/office/officeart/2016/7/layout/RepeatingBendingProcessNew"/>
    <dgm:cxn modelId="{775AAA33-3E74-4A9D-B3AE-B88A2FDBFB0C}" type="presOf" srcId="{AB26B6B2-D004-4DF8-ADB4-1A3A89A5B351}" destId="{E9036E0A-7BEB-4970-9067-67F1A6E08CD3}" srcOrd="0" destOrd="0" presId="urn:microsoft.com/office/officeart/2016/7/layout/RepeatingBendingProcessNew"/>
    <dgm:cxn modelId="{188F4337-6FAE-4FC9-BC66-C4E26615E1F8}" type="presOf" srcId="{D14B4B09-3A32-4EA0-8D2B-AC2E9D3141AF}" destId="{E22BBD2F-28FD-489B-B96D-93610DF9D2D6}" srcOrd="1" destOrd="0" presId="urn:microsoft.com/office/officeart/2016/7/layout/RepeatingBendingProcessNew"/>
    <dgm:cxn modelId="{DC799A3E-AF5A-4C12-A60F-B9604CC21D45}" srcId="{B7709734-D84C-4564-9D81-3BCB397FEE2A}" destId="{2F5FE4A9-20B2-4CC6-8384-78D0C5D6CECF}" srcOrd="11" destOrd="0" parTransId="{84477476-94D2-4C70-9DCF-5EF5CDFED562}" sibTransId="{84B1B6F9-A2F3-4012-87C9-53FA6BD2310A}"/>
    <dgm:cxn modelId="{E61F4841-BA28-49E1-B2F4-10E6606B7C81}" type="presOf" srcId="{84B1B6F9-A2F3-4012-87C9-53FA6BD2310A}" destId="{07D01CF1-62C7-43BF-B2D0-C2E197821267}" srcOrd="0" destOrd="0" presId="urn:microsoft.com/office/officeart/2016/7/layout/RepeatingBendingProcessNew"/>
    <dgm:cxn modelId="{F0423963-E756-43C1-A1D2-CAF29C4C756D}" type="presOf" srcId="{9E860FFE-7226-460A-A75A-82E7D91CF90F}" destId="{DDF9F7D6-368F-4C8E-BE13-A4B59BD765D5}" srcOrd="0" destOrd="0" presId="urn:microsoft.com/office/officeart/2016/7/layout/RepeatingBendingProcessNew"/>
    <dgm:cxn modelId="{8CFE3465-A228-49C1-9FDC-9B3E6AB74497}" type="presOf" srcId="{195517F1-C52C-48A4-AAED-FC89D4F484A6}" destId="{2D084163-7FE3-413A-A208-5802EC69023B}" srcOrd="1" destOrd="0" presId="urn:microsoft.com/office/officeart/2016/7/layout/RepeatingBendingProcessNew"/>
    <dgm:cxn modelId="{19358B46-F3C1-441F-B33A-3901540F9680}" type="presOf" srcId="{151537E4-D2DD-495F-8314-F4715437D8D3}" destId="{B4788AD5-E182-495E-B348-4DFB58A99306}" srcOrd="0" destOrd="0" presId="urn:microsoft.com/office/officeart/2016/7/layout/RepeatingBendingProcessNew"/>
    <dgm:cxn modelId="{886D5E47-FF05-4237-83E0-75F897087463}" type="presOf" srcId="{46C73574-99AC-4462-ADF8-7013D296F58B}" destId="{A7C0B75D-43E9-4649-8C81-CCB59F59690D}" srcOrd="0" destOrd="0" presId="urn:microsoft.com/office/officeart/2016/7/layout/RepeatingBendingProcessNew"/>
    <dgm:cxn modelId="{E055466E-6145-4102-8060-0F8B5FCF9F60}" type="presOf" srcId="{9E860FFE-7226-460A-A75A-82E7D91CF90F}" destId="{D1DCA808-06E9-4BBF-9B64-06CB0BA7D0AA}" srcOrd="1" destOrd="0" presId="urn:microsoft.com/office/officeart/2016/7/layout/RepeatingBendingProcessNew"/>
    <dgm:cxn modelId="{0DBFA16E-E3FF-4C85-B09A-D8A5FD9454FB}" type="presOf" srcId="{943C6430-1020-4137-A0C6-3FDF5B8A4792}" destId="{2E154C49-62E4-4BE5-9051-3E9299646556}" srcOrd="0" destOrd="0" presId="urn:microsoft.com/office/officeart/2016/7/layout/RepeatingBendingProcessNew"/>
    <dgm:cxn modelId="{B184D74E-9A49-4ED4-95ED-124459570CC9}" srcId="{B7709734-D84C-4564-9D81-3BCB397FEE2A}" destId="{5E65EED7-DE56-47F9-8EE6-C38CA8D1A092}" srcOrd="10" destOrd="0" parTransId="{809751EF-B19F-48DF-824C-BE12504FEE17}" sibTransId="{55842136-ADAA-46CC-937A-2FFA6127B94E}"/>
    <dgm:cxn modelId="{09661159-51F3-401B-8E82-ACB634758FE1}" type="presOf" srcId="{D14B4B09-3A32-4EA0-8D2B-AC2E9D3141AF}" destId="{71BFC662-9EF4-4F41-8712-F291298F84BF}" srcOrd="0" destOrd="0" presId="urn:microsoft.com/office/officeart/2016/7/layout/RepeatingBendingProcessNew"/>
    <dgm:cxn modelId="{D11D2359-C0D4-4BA7-BDF1-98BAA23A75B5}" type="presOf" srcId="{84B1B6F9-A2F3-4012-87C9-53FA6BD2310A}" destId="{8CEC5FEB-ADFD-4F91-91C6-8310B5FA5420}" srcOrd="1" destOrd="0" presId="urn:microsoft.com/office/officeart/2016/7/layout/RepeatingBendingProcessNew"/>
    <dgm:cxn modelId="{3FA4667E-F068-4002-ABCE-9252D2C440C6}" srcId="{B7709734-D84C-4564-9D81-3BCB397FEE2A}" destId="{3564787F-AB06-480A-A077-7D8966571F18}" srcOrd="13" destOrd="0" parTransId="{C099F66C-19E1-488C-9D54-F26335BA2822}" sibTransId="{6E266126-B4FF-464F-9196-A437C0120621}"/>
    <dgm:cxn modelId="{2841B884-E900-4BB7-8E2A-5B62D241F9DC}" type="presOf" srcId="{6E266126-B4FF-464F-9196-A437C0120621}" destId="{47996AC3-1216-4DB4-A236-4767B59BA540}" srcOrd="0" destOrd="0" presId="urn:microsoft.com/office/officeart/2016/7/layout/RepeatingBendingProcessNew"/>
    <dgm:cxn modelId="{909FFF85-6EF7-4DE9-9E1A-D92A453D2C4B}" type="presOf" srcId="{5F548469-A9EA-4559-B0B2-E75AC1A22A04}" destId="{8816DA0D-5940-45FB-983B-1828C191D09A}" srcOrd="1" destOrd="0" presId="urn:microsoft.com/office/officeart/2016/7/layout/RepeatingBendingProcessNew"/>
    <dgm:cxn modelId="{E5749588-1734-40FD-A0AE-6A49CC0FE6CA}" type="presOf" srcId="{5B7E1929-79BC-4C4C-AC69-16ABDEF9F9ED}" destId="{3B159E1B-DA84-42AB-905B-E45D900C8796}" srcOrd="1" destOrd="0" presId="urn:microsoft.com/office/officeart/2016/7/layout/RepeatingBendingProcessNew"/>
    <dgm:cxn modelId="{53C1F18B-4FDB-4C07-A5C1-ECFE2227C77B}" type="presOf" srcId="{636DA916-C8C6-466F-8A0E-EECA3C564F47}" destId="{9048D649-3903-48CB-8A7A-748CAAF87287}" srcOrd="0" destOrd="0" presId="urn:microsoft.com/office/officeart/2016/7/layout/RepeatingBendingProcessNew"/>
    <dgm:cxn modelId="{FC78F18F-24A0-46BD-B7C9-1AC78806B4F2}" type="presOf" srcId="{8E36CCD3-19A3-4ADC-93E2-21A813B6435E}" destId="{4451B847-9212-4FA2-97EB-AE54F7309A29}" srcOrd="0" destOrd="0" presId="urn:microsoft.com/office/officeart/2016/7/layout/RepeatingBendingProcessNew"/>
    <dgm:cxn modelId="{FB450895-4AD3-4CDB-8074-6C9D74EC49A4}" srcId="{B7709734-D84C-4564-9D81-3BCB397FEE2A}" destId="{46C73574-99AC-4462-ADF8-7013D296F58B}" srcOrd="14" destOrd="0" parTransId="{A4B1CC78-58ED-4E54-BB36-3ADF00488240}" sibTransId="{B2C7B956-77BF-46A5-BDA1-115573BE224B}"/>
    <dgm:cxn modelId="{E6405A97-714E-46BF-9983-762A1734CC9B}" type="presOf" srcId="{3564787F-AB06-480A-A077-7D8966571F18}" destId="{03FB87BA-709C-45DD-818F-49C5417E0870}" srcOrd="0" destOrd="0" presId="urn:microsoft.com/office/officeart/2016/7/layout/RepeatingBendingProcessNew"/>
    <dgm:cxn modelId="{C6B52C9D-62FB-41DF-AB8C-A097A00F672C}" type="presOf" srcId="{91A469AB-A186-4A6D-8DEE-8141E1BE2416}" destId="{EDA039DC-397E-46B3-AA03-84A310FB4A8B}" srcOrd="1" destOrd="0" presId="urn:microsoft.com/office/officeart/2016/7/layout/RepeatingBendingProcessNew"/>
    <dgm:cxn modelId="{DB1BF69E-75FD-40B1-B060-42433F333288}" srcId="{B7709734-D84C-4564-9D81-3BCB397FEE2A}" destId="{C6551F16-67BC-4EC0-B6E8-9F0BD78B1A63}" srcOrd="4" destOrd="0" parTransId="{0E29612B-1343-4E09-829B-CB5EE5EC50B2}" sibTransId="{3362C172-8373-49C7-8267-2506FB945382}"/>
    <dgm:cxn modelId="{5F86F09F-48B1-4790-A1E8-821B16A81DBB}" type="presOf" srcId="{CEDF513D-DD3C-486A-A5F4-2AC8B803D050}" destId="{EE7C201B-081E-49ED-AB6A-346C6B1ED92A}" srcOrd="0" destOrd="0" presId="urn:microsoft.com/office/officeart/2016/7/layout/RepeatingBendingProcessNew"/>
    <dgm:cxn modelId="{75E90EA0-A3D4-43D9-B4A5-417874189970}" type="presOf" srcId="{5E65EED7-DE56-47F9-8EE6-C38CA8D1A092}" destId="{03BF90A2-74E8-45FC-B061-B7BEADF936AD}" srcOrd="0" destOrd="0" presId="urn:microsoft.com/office/officeart/2016/7/layout/RepeatingBendingProcessNew"/>
    <dgm:cxn modelId="{A4A101A1-A38A-43A2-B48C-76498B2DD0FD}" type="presOf" srcId="{6E266126-B4FF-464F-9196-A437C0120621}" destId="{EBB38FB0-5898-4431-9186-4A1E32498778}" srcOrd="1" destOrd="0" presId="urn:microsoft.com/office/officeart/2016/7/layout/RepeatingBendingProcessNew"/>
    <dgm:cxn modelId="{C7A415A5-A1EE-4819-BC6C-8CFAA59F31C1}" type="presOf" srcId="{01A59390-5F98-402E-B0FB-825DAE3EF0D9}" destId="{C1C1131A-61A4-4140-8A7B-D21B86284972}" srcOrd="0" destOrd="0" presId="urn:microsoft.com/office/officeart/2016/7/layout/RepeatingBendingProcessNew"/>
    <dgm:cxn modelId="{914158A5-1FD1-499C-918C-9741259FFAF7}" type="presOf" srcId="{01A59390-5F98-402E-B0FB-825DAE3EF0D9}" destId="{00F4975C-D2B1-4FC9-B2AF-4843E6850501}" srcOrd="1" destOrd="0" presId="urn:microsoft.com/office/officeart/2016/7/layout/RepeatingBendingProcessNew"/>
    <dgm:cxn modelId="{C56155A8-F627-4F92-BB2B-5BAD0626CD48}" type="presOf" srcId="{AB26B6B2-D004-4DF8-ADB4-1A3A89A5B351}" destId="{755DC5F8-6237-42E7-847C-53270B142473}" srcOrd="1" destOrd="0" presId="urn:microsoft.com/office/officeart/2016/7/layout/RepeatingBendingProcessNew"/>
    <dgm:cxn modelId="{C5D87DA8-DBCE-4D1A-868E-A28839B7FF80}" srcId="{B7709734-D84C-4564-9D81-3BCB397FEE2A}" destId="{151537E4-D2DD-495F-8314-F4715437D8D3}" srcOrd="7" destOrd="0" parTransId="{52536D7A-F840-4B7C-9852-1D64B9FF03F7}" sibTransId="{8E36CCD3-19A3-4ADC-93E2-21A813B6435E}"/>
    <dgm:cxn modelId="{9EF3E1A8-DBE3-44FB-8E17-9BDE02E824F8}" type="presOf" srcId="{55842136-ADAA-46CC-937A-2FFA6127B94E}" destId="{8C2C502D-B8A6-4D5B-8717-DF6ABD2C95E5}" srcOrd="0" destOrd="0" presId="urn:microsoft.com/office/officeart/2016/7/layout/RepeatingBendingProcessNew"/>
    <dgm:cxn modelId="{682C04AD-5B54-41E2-B84B-4B49134FFC22}" type="presOf" srcId="{55842136-ADAA-46CC-937A-2FFA6127B94E}" destId="{4E7EBA97-B2A3-4E37-939B-383CA5D3F7FE}" srcOrd="1" destOrd="0" presId="urn:microsoft.com/office/officeart/2016/7/layout/RepeatingBendingProcessNew"/>
    <dgm:cxn modelId="{24D510B1-0B7F-4829-B98D-1B899C41B436}" srcId="{B7709734-D84C-4564-9D81-3BCB397FEE2A}" destId="{B9647092-6B6F-4533-A7D1-7540D0207841}" srcOrd="12" destOrd="0" parTransId="{FEFE5B9E-0A3A-48BC-9BDE-0E705E957BE0}" sibTransId="{9E860FFE-7226-460A-A75A-82E7D91CF90F}"/>
    <dgm:cxn modelId="{F12317BE-AF6E-4AF5-B3C6-35ADF1BCCC37}" type="presOf" srcId="{B9647092-6B6F-4533-A7D1-7540D0207841}" destId="{489C9A66-2B4A-406A-9D47-0E269AE62920}" srcOrd="0" destOrd="0" presId="urn:microsoft.com/office/officeart/2016/7/layout/RepeatingBendingProcessNew"/>
    <dgm:cxn modelId="{BE858CBF-8DF2-4C45-BC2B-C0001968B1A8}" type="presOf" srcId="{5F548469-A9EA-4559-B0B2-E75AC1A22A04}" destId="{22660AEC-AF08-44D0-92C2-18960AE7D2A0}" srcOrd="0" destOrd="0" presId="urn:microsoft.com/office/officeart/2016/7/layout/RepeatingBendingProcessNew"/>
    <dgm:cxn modelId="{706126C2-BC8B-4B62-915A-77D9474B4B70}" srcId="{B7709734-D84C-4564-9D81-3BCB397FEE2A}" destId="{D3A2BC19-29CC-4654-877F-66235C199255}" srcOrd="5" destOrd="0" parTransId="{12876C41-90A4-4FE3-851B-249C8074C1AF}" sibTransId="{AB26B6B2-D004-4DF8-ADB4-1A3A89A5B351}"/>
    <dgm:cxn modelId="{D728BAC9-6AA5-4F1F-B987-A065B1FA5F04}" type="presOf" srcId="{195517F1-C52C-48A4-AAED-FC89D4F484A6}" destId="{5FF1AF36-8EAE-400C-9C65-1FADD7DD980F}" srcOrd="0" destOrd="0" presId="urn:microsoft.com/office/officeart/2016/7/layout/RepeatingBendingProcessNew"/>
    <dgm:cxn modelId="{424E0ACD-8E86-4604-BA33-21F2D8C3BD07}" type="presOf" srcId="{91A469AB-A186-4A6D-8DEE-8141E1BE2416}" destId="{E0392E3D-ACE0-44F2-A294-D7EC1337A4F6}" srcOrd="0" destOrd="0" presId="urn:microsoft.com/office/officeart/2016/7/layout/RepeatingBendingProcessNew"/>
    <dgm:cxn modelId="{961E3FD4-3932-46D1-9D14-E05F4B7ADD5F}" type="presOf" srcId="{3362C172-8373-49C7-8267-2506FB945382}" destId="{377C12B4-C4AF-47A0-8740-791C947CBE01}" srcOrd="1" destOrd="0" presId="urn:microsoft.com/office/officeart/2016/7/layout/RepeatingBendingProcessNew"/>
    <dgm:cxn modelId="{6E4C25D6-3A99-4D7D-86A9-DBA271D1F9E0}" type="presOf" srcId="{8E36CCD3-19A3-4ADC-93E2-21A813B6435E}" destId="{6734C966-3A12-48F0-870E-200246654A40}" srcOrd="1" destOrd="0" presId="urn:microsoft.com/office/officeart/2016/7/layout/RepeatingBendingProcessNew"/>
    <dgm:cxn modelId="{FC3192D7-E05D-4707-B47D-F2EC06F01B3D}" type="presOf" srcId="{EA4F81E9-CA78-4B0D-9619-AF2D7B72A3F3}" destId="{26F26051-889B-4E69-BDD1-277FD26AE1E0}" srcOrd="0" destOrd="0" presId="urn:microsoft.com/office/officeart/2016/7/layout/RepeatingBendingProcessNew"/>
    <dgm:cxn modelId="{AA69C6DE-6E0C-4CA2-A93C-F39CB9B88AE8}" type="presOf" srcId="{B7709734-D84C-4564-9D81-3BCB397FEE2A}" destId="{1B1BC4EE-0452-4A21-99FD-F5589ABEC1EC}" srcOrd="0" destOrd="0" presId="urn:microsoft.com/office/officeart/2016/7/layout/RepeatingBendingProcessNew"/>
    <dgm:cxn modelId="{CC9FCBDF-7F9E-47C6-94EC-674B4F0714BB}" srcId="{B7709734-D84C-4564-9D81-3BCB397FEE2A}" destId="{943C6430-1020-4137-A0C6-3FDF5B8A4792}" srcOrd="2" destOrd="0" parTransId="{33D0EFE5-D409-43C6-A4A3-80B99EC96273}" sibTransId="{195517F1-C52C-48A4-AAED-FC89D4F484A6}"/>
    <dgm:cxn modelId="{471318E6-F50A-4FB5-B5C0-9745F0BC636F}" srcId="{B7709734-D84C-4564-9D81-3BCB397FEE2A}" destId="{0829068D-714F-4FB0-B91B-E45ED38E6FD6}" srcOrd="9" destOrd="0" parTransId="{6383FB5D-9D92-4538-A369-AD6F82E7EFC2}" sibTransId="{01A59390-5F98-402E-B0FB-825DAE3EF0D9}"/>
    <dgm:cxn modelId="{20A55AF0-276F-4899-ADB8-E70FBA6BB39F}" srcId="{B7709734-D84C-4564-9D81-3BCB397FEE2A}" destId="{CEDF513D-DD3C-486A-A5F4-2AC8B803D050}" srcOrd="8" destOrd="0" parTransId="{4E58928A-9936-405C-A2B8-3AF785686123}" sibTransId="{91A469AB-A186-4A6D-8DEE-8141E1BE2416}"/>
    <dgm:cxn modelId="{463024F6-4738-478B-A762-DCB741DBD9D5}" srcId="{B7709734-D84C-4564-9D81-3BCB397FEE2A}" destId="{751EFBFE-214F-4516-8C7E-D3530CBAE801}" srcOrd="6" destOrd="0" parTransId="{633E9E9E-9758-4EA2-BFE6-002BB4157DF0}" sibTransId="{5F548469-A9EA-4559-B0B2-E75AC1A22A04}"/>
    <dgm:cxn modelId="{894743F6-BCAE-4953-BD4F-EDBADF83623A}" type="presOf" srcId="{C6551F16-67BC-4EC0-B6E8-9F0BD78B1A63}" destId="{4FC74D49-69EA-4CAE-98A1-F05ADD018652}" srcOrd="0" destOrd="0" presId="urn:microsoft.com/office/officeart/2016/7/layout/RepeatingBendingProcessNew"/>
    <dgm:cxn modelId="{DC3DA876-BB76-4B3B-8C9A-423D29C45A7B}" type="presParOf" srcId="{1B1BC4EE-0452-4A21-99FD-F5589ABEC1EC}" destId="{A896590E-4BAE-443A-96F6-199630729DBA}" srcOrd="0" destOrd="0" presId="urn:microsoft.com/office/officeart/2016/7/layout/RepeatingBendingProcessNew"/>
    <dgm:cxn modelId="{BE938342-2340-4A04-81DF-6249BC54410C}" type="presParOf" srcId="{1B1BC4EE-0452-4A21-99FD-F5589ABEC1EC}" destId="{26F26051-889B-4E69-BDD1-277FD26AE1E0}" srcOrd="1" destOrd="0" presId="urn:microsoft.com/office/officeart/2016/7/layout/RepeatingBendingProcessNew"/>
    <dgm:cxn modelId="{1260F4E9-551A-4ECA-BB14-9F4C220447E6}" type="presParOf" srcId="{26F26051-889B-4E69-BDD1-277FD26AE1E0}" destId="{B13DA075-E42E-4ADD-9452-8A1D4A1111B1}" srcOrd="0" destOrd="0" presId="urn:microsoft.com/office/officeart/2016/7/layout/RepeatingBendingProcessNew"/>
    <dgm:cxn modelId="{FA33EFF6-158A-4B09-894D-C54BF191F70D}" type="presParOf" srcId="{1B1BC4EE-0452-4A21-99FD-F5589ABEC1EC}" destId="{9048D649-3903-48CB-8A7A-748CAAF87287}" srcOrd="2" destOrd="0" presId="urn:microsoft.com/office/officeart/2016/7/layout/RepeatingBendingProcessNew"/>
    <dgm:cxn modelId="{C4A98F39-62D3-453E-A00C-1565CBAD17F0}" type="presParOf" srcId="{1B1BC4EE-0452-4A21-99FD-F5589ABEC1EC}" destId="{71BFC662-9EF4-4F41-8712-F291298F84BF}" srcOrd="3" destOrd="0" presId="urn:microsoft.com/office/officeart/2016/7/layout/RepeatingBendingProcessNew"/>
    <dgm:cxn modelId="{66DC893C-C2AF-4157-91BB-92FFE46D31FD}" type="presParOf" srcId="{71BFC662-9EF4-4F41-8712-F291298F84BF}" destId="{E22BBD2F-28FD-489B-B96D-93610DF9D2D6}" srcOrd="0" destOrd="0" presId="urn:microsoft.com/office/officeart/2016/7/layout/RepeatingBendingProcessNew"/>
    <dgm:cxn modelId="{83A4F280-7E99-401F-B222-0105F5934E4D}" type="presParOf" srcId="{1B1BC4EE-0452-4A21-99FD-F5589ABEC1EC}" destId="{2E154C49-62E4-4BE5-9051-3E9299646556}" srcOrd="4" destOrd="0" presId="urn:microsoft.com/office/officeart/2016/7/layout/RepeatingBendingProcessNew"/>
    <dgm:cxn modelId="{DA54DB69-9DD8-4B95-A04E-4F047AE297C8}" type="presParOf" srcId="{1B1BC4EE-0452-4A21-99FD-F5589ABEC1EC}" destId="{5FF1AF36-8EAE-400C-9C65-1FADD7DD980F}" srcOrd="5" destOrd="0" presId="urn:microsoft.com/office/officeart/2016/7/layout/RepeatingBendingProcessNew"/>
    <dgm:cxn modelId="{E35501F7-924A-421B-A560-717419FB83F0}" type="presParOf" srcId="{5FF1AF36-8EAE-400C-9C65-1FADD7DD980F}" destId="{2D084163-7FE3-413A-A208-5802EC69023B}" srcOrd="0" destOrd="0" presId="urn:microsoft.com/office/officeart/2016/7/layout/RepeatingBendingProcessNew"/>
    <dgm:cxn modelId="{958CC8C0-2189-4C9C-B310-E52C6B68CA21}" type="presParOf" srcId="{1B1BC4EE-0452-4A21-99FD-F5589ABEC1EC}" destId="{32111CEC-422F-41DD-AE67-C3EBD92EC039}" srcOrd="6" destOrd="0" presId="urn:microsoft.com/office/officeart/2016/7/layout/RepeatingBendingProcessNew"/>
    <dgm:cxn modelId="{DBE5E5D3-FF3A-4FFC-92C3-050A2B7E96A0}" type="presParOf" srcId="{1B1BC4EE-0452-4A21-99FD-F5589ABEC1EC}" destId="{7C8B32F0-1672-4DEE-A297-0BC862388DB7}" srcOrd="7" destOrd="0" presId="urn:microsoft.com/office/officeart/2016/7/layout/RepeatingBendingProcessNew"/>
    <dgm:cxn modelId="{577F2D67-D02A-498F-802B-A8191C8E3C76}" type="presParOf" srcId="{7C8B32F0-1672-4DEE-A297-0BC862388DB7}" destId="{3B159E1B-DA84-42AB-905B-E45D900C8796}" srcOrd="0" destOrd="0" presId="urn:microsoft.com/office/officeart/2016/7/layout/RepeatingBendingProcessNew"/>
    <dgm:cxn modelId="{AF9E763B-C573-42BA-AAEF-E70CFCE5A18F}" type="presParOf" srcId="{1B1BC4EE-0452-4A21-99FD-F5589ABEC1EC}" destId="{4FC74D49-69EA-4CAE-98A1-F05ADD018652}" srcOrd="8" destOrd="0" presId="urn:microsoft.com/office/officeart/2016/7/layout/RepeatingBendingProcessNew"/>
    <dgm:cxn modelId="{1EA0FD52-D540-4F41-A2D6-4B2659282E34}" type="presParOf" srcId="{1B1BC4EE-0452-4A21-99FD-F5589ABEC1EC}" destId="{330FE2EE-AD7A-4340-81C2-C09494B11EE9}" srcOrd="9" destOrd="0" presId="urn:microsoft.com/office/officeart/2016/7/layout/RepeatingBendingProcessNew"/>
    <dgm:cxn modelId="{8EAC3318-2E8B-4C6B-AA69-D7E38F568918}" type="presParOf" srcId="{330FE2EE-AD7A-4340-81C2-C09494B11EE9}" destId="{377C12B4-C4AF-47A0-8740-791C947CBE01}" srcOrd="0" destOrd="0" presId="urn:microsoft.com/office/officeart/2016/7/layout/RepeatingBendingProcessNew"/>
    <dgm:cxn modelId="{BD469D01-B9E5-43A5-811E-483F83247A45}" type="presParOf" srcId="{1B1BC4EE-0452-4A21-99FD-F5589ABEC1EC}" destId="{07CF2F13-0462-4EEF-AB89-473C124102D2}" srcOrd="10" destOrd="0" presId="urn:microsoft.com/office/officeart/2016/7/layout/RepeatingBendingProcessNew"/>
    <dgm:cxn modelId="{74126EB6-2D1E-4CA4-991A-1F4602E65BB9}" type="presParOf" srcId="{1B1BC4EE-0452-4A21-99FD-F5589ABEC1EC}" destId="{E9036E0A-7BEB-4970-9067-67F1A6E08CD3}" srcOrd="11" destOrd="0" presId="urn:microsoft.com/office/officeart/2016/7/layout/RepeatingBendingProcessNew"/>
    <dgm:cxn modelId="{41803F17-DE6E-4006-BA5C-76034703B7DF}" type="presParOf" srcId="{E9036E0A-7BEB-4970-9067-67F1A6E08CD3}" destId="{755DC5F8-6237-42E7-847C-53270B142473}" srcOrd="0" destOrd="0" presId="urn:microsoft.com/office/officeart/2016/7/layout/RepeatingBendingProcessNew"/>
    <dgm:cxn modelId="{3A84EDFB-C12F-4330-B799-B5386953FE8C}" type="presParOf" srcId="{1B1BC4EE-0452-4A21-99FD-F5589ABEC1EC}" destId="{EAC323B9-F85A-4104-9225-82D5C75E84BE}" srcOrd="12" destOrd="0" presId="urn:microsoft.com/office/officeart/2016/7/layout/RepeatingBendingProcessNew"/>
    <dgm:cxn modelId="{30B8EC30-9A7C-450D-BC03-005C75DCBCCD}" type="presParOf" srcId="{1B1BC4EE-0452-4A21-99FD-F5589ABEC1EC}" destId="{22660AEC-AF08-44D0-92C2-18960AE7D2A0}" srcOrd="13" destOrd="0" presId="urn:microsoft.com/office/officeart/2016/7/layout/RepeatingBendingProcessNew"/>
    <dgm:cxn modelId="{9C966228-436E-4313-87EA-3C43AA20FEE4}" type="presParOf" srcId="{22660AEC-AF08-44D0-92C2-18960AE7D2A0}" destId="{8816DA0D-5940-45FB-983B-1828C191D09A}" srcOrd="0" destOrd="0" presId="urn:microsoft.com/office/officeart/2016/7/layout/RepeatingBendingProcessNew"/>
    <dgm:cxn modelId="{9C954D0B-D85D-43AB-9BB0-34A3286D8665}" type="presParOf" srcId="{1B1BC4EE-0452-4A21-99FD-F5589ABEC1EC}" destId="{B4788AD5-E182-495E-B348-4DFB58A99306}" srcOrd="14" destOrd="0" presId="urn:microsoft.com/office/officeart/2016/7/layout/RepeatingBendingProcessNew"/>
    <dgm:cxn modelId="{D30239AD-51B3-4246-B94C-A95974E18613}" type="presParOf" srcId="{1B1BC4EE-0452-4A21-99FD-F5589ABEC1EC}" destId="{4451B847-9212-4FA2-97EB-AE54F7309A29}" srcOrd="15" destOrd="0" presId="urn:microsoft.com/office/officeart/2016/7/layout/RepeatingBendingProcessNew"/>
    <dgm:cxn modelId="{A8250DC9-2D7A-449C-ABEC-E5BE47B81421}" type="presParOf" srcId="{4451B847-9212-4FA2-97EB-AE54F7309A29}" destId="{6734C966-3A12-48F0-870E-200246654A40}" srcOrd="0" destOrd="0" presId="urn:microsoft.com/office/officeart/2016/7/layout/RepeatingBendingProcessNew"/>
    <dgm:cxn modelId="{443145D1-9A94-4805-9ECF-6BDDA8E681E3}" type="presParOf" srcId="{1B1BC4EE-0452-4A21-99FD-F5589ABEC1EC}" destId="{EE7C201B-081E-49ED-AB6A-346C6B1ED92A}" srcOrd="16" destOrd="0" presId="urn:microsoft.com/office/officeart/2016/7/layout/RepeatingBendingProcessNew"/>
    <dgm:cxn modelId="{6790E05F-44D4-40E6-88E6-FD01FC84254A}" type="presParOf" srcId="{1B1BC4EE-0452-4A21-99FD-F5589ABEC1EC}" destId="{E0392E3D-ACE0-44F2-A294-D7EC1337A4F6}" srcOrd="17" destOrd="0" presId="urn:microsoft.com/office/officeart/2016/7/layout/RepeatingBendingProcessNew"/>
    <dgm:cxn modelId="{74E9BD3F-B96F-4876-94E0-92829DD57BA3}" type="presParOf" srcId="{E0392E3D-ACE0-44F2-A294-D7EC1337A4F6}" destId="{EDA039DC-397E-46B3-AA03-84A310FB4A8B}" srcOrd="0" destOrd="0" presId="urn:microsoft.com/office/officeart/2016/7/layout/RepeatingBendingProcessNew"/>
    <dgm:cxn modelId="{EF5DE74F-C6F0-4EE4-8DFD-513636BCE1E6}" type="presParOf" srcId="{1B1BC4EE-0452-4A21-99FD-F5589ABEC1EC}" destId="{1893F489-CCEE-402F-85F3-8B07AC9886E7}" srcOrd="18" destOrd="0" presId="urn:microsoft.com/office/officeart/2016/7/layout/RepeatingBendingProcessNew"/>
    <dgm:cxn modelId="{EA331A62-B3C0-44B2-A393-7E57A89ED7BB}" type="presParOf" srcId="{1B1BC4EE-0452-4A21-99FD-F5589ABEC1EC}" destId="{C1C1131A-61A4-4140-8A7B-D21B86284972}" srcOrd="19" destOrd="0" presId="urn:microsoft.com/office/officeart/2016/7/layout/RepeatingBendingProcessNew"/>
    <dgm:cxn modelId="{A0CA3CCE-26A4-4742-B3BC-25B4E133AC1F}" type="presParOf" srcId="{C1C1131A-61A4-4140-8A7B-D21B86284972}" destId="{00F4975C-D2B1-4FC9-B2AF-4843E6850501}" srcOrd="0" destOrd="0" presId="urn:microsoft.com/office/officeart/2016/7/layout/RepeatingBendingProcessNew"/>
    <dgm:cxn modelId="{C08CE602-6440-4246-865F-3ACC30B61D78}" type="presParOf" srcId="{1B1BC4EE-0452-4A21-99FD-F5589ABEC1EC}" destId="{03BF90A2-74E8-45FC-B061-B7BEADF936AD}" srcOrd="20" destOrd="0" presId="urn:microsoft.com/office/officeart/2016/7/layout/RepeatingBendingProcessNew"/>
    <dgm:cxn modelId="{71B3BEEC-CFB7-495F-9103-A96276B47076}" type="presParOf" srcId="{1B1BC4EE-0452-4A21-99FD-F5589ABEC1EC}" destId="{8C2C502D-B8A6-4D5B-8717-DF6ABD2C95E5}" srcOrd="21" destOrd="0" presId="urn:microsoft.com/office/officeart/2016/7/layout/RepeatingBendingProcessNew"/>
    <dgm:cxn modelId="{A7431DA0-D2D5-47AF-B8B6-E2E6CDB36DCC}" type="presParOf" srcId="{8C2C502D-B8A6-4D5B-8717-DF6ABD2C95E5}" destId="{4E7EBA97-B2A3-4E37-939B-383CA5D3F7FE}" srcOrd="0" destOrd="0" presId="urn:microsoft.com/office/officeart/2016/7/layout/RepeatingBendingProcessNew"/>
    <dgm:cxn modelId="{2432C296-6D38-4E40-9574-81D7CB09D543}" type="presParOf" srcId="{1B1BC4EE-0452-4A21-99FD-F5589ABEC1EC}" destId="{13AEB406-6CA9-4DDF-AAB2-16757E783D44}" srcOrd="22" destOrd="0" presId="urn:microsoft.com/office/officeart/2016/7/layout/RepeatingBendingProcessNew"/>
    <dgm:cxn modelId="{B236C240-829A-44AE-A872-3607E9B3FE3D}" type="presParOf" srcId="{1B1BC4EE-0452-4A21-99FD-F5589ABEC1EC}" destId="{07D01CF1-62C7-43BF-B2D0-C2E197821267}" srcOrd="23" destOrd="0" presId="urn:microsoft.com/office/officeart/2016/7/layout/RepeatingBendingProcessNew"/>
    <dgm:cxn modelId="{6ACD9702-B797-4ADA-9D4D-90D9EFC06021}" type="presParOf" srcId="{07D01CF1-62C7-43BF-B2D0-C2E197821267}" destId="{8CEC5FEB-ADFD-4F91-91C6-8310B5FA5420}" srcOrd="0" destOrd="0" presId="urn:microsoft.com/office/officeart/2016/7/layout/RepeatingBendingProcessNew"/>
    <dgm:cxn modelId="{E3E2CE2F-C192-4DDE-A096-6600C813777B}" type="presParOf" srcId="{1B1BC4EE-0452-4A21-99FD-F5589ABEC1EC}" destId="{489C9A66-2B4A-406A-9D47-0E269AE62920}" srcOrd="24" destOrd="0" presId="urn:microsoft.com/office/officeart/2016/7/layout/RepeatingBendingProcessNew"/>
    <dgm:cxn modelId="{1629CEC1-E9FF-4AE9-B77F-F7E6B199AF7F}" type="presParOf" srcId="{1B1BC4EE-0452-4A21-99FD-F5589ABEC1EC}" destId="{DDF9F7D6-368F-4C8E-BE13-A4B59BD765D5}" srcOrd="25" destOrd="0" presId="urn:microsoft.com/office/officeart/2016/7/layout/RepeatingBendingProcessNew"/>
    <dgm:cxn modelId="{8FDCF3F4-C072-4798-92AE-D8907167EA79}" type="presParOf" srcId="{DDF9F7D6-368F-4C8E-BE13-A4B59BD765D5}" destId="{D1DCA808-06E9-4BBF-9B64-06CB0BA7D0AA}" srcOrd="0" destOrd="0" presId="urn:microsoft.com/office/officeart/2016/7/layout/RepeatingBendingProcessNew"/>
    <dgm:cxn modelId="{0F13768A-3732-4B94-8AAD-A9DA860EDB63}" type="presParOf" srcId="{1B1BC4EE-0452-4A21-99FD-F5589ABEC1EC}" destId="{03FB87BA-709C-45DD-818F-49C5417E0870}" srcOrd="26" destOrd="0" presId="urn:microsoft.com/office/officeart/2016/7/layout/RepeatingBendingProcessNew"/>
    <dgm:cxn modelId="{98FDF79B-2550-4EC9-A74C-5470A095B8EC}" type="presParOf" srcId="{1B1BC4EE-0452-4A21-99FD-F5589ABEC1EC}" destId="{47996AC3-1216-4DB4-A236-4767B59BA540}" srcOrd="27" destOrd="0" presId="urn:microsoft.com/office/officeart/2016/7/layout/RepeatingBendingProcessNew"/>
    <dgm:cxn modelId="{7FE7C059-A92F-4567-8817-D19D65EB55B3}" type="presParOf" srcId="{47996AC3-1216-4DB4-A236-4767B59BA540}" destId="{EBB38FB0-5898-4431-9186-4A1E32498778}" srcOrd="0" destOrd="0" presId="urn:microsoft.com/office/officeart/2016/7/layout/RepeatingBendingProcessNew"/>
    <dgm:cxn modelId="{8F34C356-D630-4822-944C-0FA2F56A615B}" type="presParOf" srcId="{1B1BC4EE-0452-4A21-99FD-F5589ABEC1EC}" destId="{A7C0B75D-43E9-4649-8C81-CCB59F59690D}" srcOrd="2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0AE373F-FB3B-49E4-A396-ACD7D43E1BCB}" type="doc">
      <dgm:prSet loTypeId="urn:microsoft.com/office/officeart/2005/8/layout/default" loCatId="list" qsTypeId="urn:microsoft.com/office/officeart/2005/8/quickstyle/simple1" qsCatId="simple" csTypeId="urn:microsoft.com/office/officeart/2005/8/colors/accent1_2" csCatId="accent1"/>
      <dgm:spPr/>
      <dgm:t>
        <a:bodyPr/>
        <a:lstStyle/>
        <a:p>
          <a:endParaRPr lang="en-US"/>
        </a:p>
      </dgm:t>
    </dgm:pt>
    <dgm:pt modelId="{3521FF98-9B1C-4E45-8A54-47D51D1AD9E5}">
      <dgm:prSet/>
      <dgm:spPr/>
      <dgm:t>
        <a:bodyPr/>
        <a:lstStyle/>
        <a:p>
          <a:r>
            <a:rPr lang="en-US" b="1"/>
            <a:t>Tao — Tanımlanamaz Yol</a:t>
          </a:r>
          <a:endParaRPr lang="en-US"/>
        </a:p>
      </dgm:t>
    </dgm:pt>
    <dgm:pt modelId="{5F11097B-3E51-4125-A56D-5A7929D21CC2}" type="parTrans" cxnId="{CAEB3E55-045E-4F67-9C28-32D4D4DDCE57}">
      <dgm:prSet/>
      <dgm:spPr/>
      <dgm:t>
        <a:bodyPr/>
        <a:lstStyle/>
        <a:p>
          <a:endParaRPr lang="en-US"/>
        </a:p>
      </dgm:t>
    </dgm:pt>
    <dgm:pt modelId="{B8AA8154-0DB0-4499-9C19-592BBB131B1D}" type="sibTrans" cxnId="{CAEB3E55-045E-4F67-9C28-32D4D4DDCE57}">
      <dgm:prSet/>
      <dgm:spPr/>
      <dgm:t>
        <a:bodyPr/>
        <a:lstStyle/>
        <a:p>
          <a:endParaRPr lang="en-US"/>
        </a:p>
      </dgm:t>
    </dgm:pt>
    <dgm:pt modelId="{5F0EF1B8-EFB6-46C6-B994-E2C0F9E466ED}">
      <dgm:prSet/>
      <dgm:spPr/>
      <dgm:t>
        <a:bodyPr/>
        <a:lstStyle/>
        <a:p>
          <a:r>
            <a:rPr lang="en-US"/>
            <a:t>Tao, her şeyin kaynağı olan ve kelimelerle tam anlatılamayan evrensel bir yoldur.</a:t>
          </a:r>
        </a:p>
      </dgm:t>
    </dgm:pt>
    <dgm:pt modelId="{8C7404B5-FB7A-4493-AB86-328747D1E824}" type="parTrans" cxnId="{C149749D-DF1E-4857-AF11-00FD656F0EE0}">
      <dgm:prSet/>
      <dgm:spPr/>
      <dgm:t>
        <a:bodyPr/>
        <a:lstStyle/>
        <a:p>
          <a:endParaRPr lang="en-US"/>
        </a:p>
      </dgm:t>
    </dgm:pt>
    <dgm:pt modelId="{8B4C4905-10F4-46A5-8E61-1343BF99923F}" type="sibTrans" cxnId="{C149749D-DF1E-4857-AF11-00FD656F0EE0}">
      <dgm:prSet/>
      <dgm:spPr/>
      <dgm:t>
        <a:bodyPr/>
        <a:lstStyle/>
        <a:p>
          <a:endParaRPr lang="en-US"/>
        </a:p>
      </dgm:t>
    </dgm:pt>
    <dgm:pt modelId="{4B376B3D-B662-4409-AADB-75175178FE5A}">
      <dgm:prSet/>
      <dgm:spPr/>
      <dgm:t>
        <a:bodyPr/>
        <a:lstStyle/>
        <a:p>
          <a:r>
            <a:rPr lang="en-US" b="1"/>
            <a:t>Wu Wei — Eylemsizlik</a:t>
          </a:r>
          <a:endParaRPr lang="en-US"/>
        </a:p>
      </dgm:t>
    </dgm:pt>
    <dgm:pt modelId="{4B5BFD22-4553-4BD7-A5B8-30ED1D43BABD}" type="parTrans" cxnId="{93569A7F-D4C2-47A7-AEB6-F081C6BA4594}">
      <dgm:prSet/>
      <dgm:spPr/>
      <dgm:t>
        <a:bodyPr/>
        <a:lstStyle/>
        <a:p>
          <a:endParaRPr lang="en-US"/>
        </a:p>
      </dgm:t>
    </dgm:pt>
    <dgm:pt modelId="{CE4F975E-B998-42FD-BE0D-C4A1EE4A98E8}" type="sibTrans" cxnId="{93569A7F-D4C2-47A7-AEB6-F081C6BA4594}">
      <dgm:prSet/>
      <dgm:spPr/>
      <dgm:t>
        <a:bodyPr/>
        <a:lstStyle/>
        <a:p>
          <a:endParaRPr lang="en-US"/>
        </a:p>
      </dgm:t>
    </dgm:pt>
    <dgm:pt modelId="{890B2F16-1815-450B-A5CE-10CF28C3565E}">
      <dgm:prSet/>
      <dgm:spPr/>
      <dgm:t>
        <a:bodyPr/>
        <a:lstStyle/>
        <a:p>
          <a:r>
            <a:rPr lang="en-US"/>
            <a:t>Wu Wei, pasiflik değil; doğanın akışıyla uyumlu, zorlamadan ve doğal olarak hareket etmektir.</a:t>
          </a:r>
        </a:p>
      </dgm:t>
    </dgm:pt>
    <dgm:pt modelId="{3EB00335-48BF-4347-99BC-96A8077D9437}" type="parTrans" cxnId="{D37ED574-12A9-470A-8AD4-814C443764FB}">
      <dgm:prSet/>
      <dgm:spPr/>
      <dgm:t>
        <a:bodyPr/>
        <a:lstStyle/>
        <a:p>
          <a:endParaRPr lang="en-US"/>
        </a:p>
      </dgm:t>
    </dgm:pt>
    <dgm:pt modelId="{AFAC22F6-3E47-4E56-A5A1-C39CA9B7A23A}" type="sibTrans" cxnId="{D37ED574-12A9-470A-8AD4-814C443764FB}">
      <dgm:prSet/>
      <dgm:spPr/>
      <dgm:t>
        <a:bodyPr/>
        <a:lstStyle/>
        <a:p>
          <a:endParaRPr lang="en-US"/>
        </a:p>
      </dgm:t>
    </dgm:pt>
    <dgm:pt modelId="{7BF34748-D91C-471D-9E98-9BD640F6E20A}">
      <dgm:prSet/>
      <dgm:spPr/>
      <dgm:t>
        <a:bodyPr/>
        <a:lstStyle/>
        <a:p>
          <a:r>
            <a:rPr lang="en-US" b="1"/>
            <a:t>Yin Yang</a:t>
          </a:r>
          <a:endParaRPr lang="en-US"/>
        </a:p>
      </dgm:t>
    </dgm:pt>
    <dgm:pt modelId="{1280C116-6732-405D-A515-84B45A7E0752}" type="parTrans" cxnId="{78F91501-E40A-46BF-A216-95A610100D63}">
      <dgm:prSet/>
      <dgm:spPr/>
      <dgm:t>
        <a:bodyPr/>
        <a:lstStyle/>
        <a:p>
          <a:endParaRPr lang="en-US"/>
        </a:p>
      </dgm:t>
    </dgm:pt>
    <dgm:pt modelId="{B0EF844E-B8FD-468C-8F3F-292D69DB9BAD}" type="sibTrans" cxnId="{78F91501-E40A-46BF-A216-95A610100D63}">
      <dgm:prSet/>
      <dgm:spPr/>
      <dgm:t>
        <a:bodyPr/>
        <a:lstStyle/>
        <a:p>
          <a:endParaRPr lang="en-US"/>
        </a:p>
      </dgm:t>
    </dgm:pt>
    <dgm:pt modelId="{20666936-1382-430E-BE11-608477726563}">
      <dgm:prSet/>
      <dgm:spPr/>
      <dgm:t>
        <a:bodyPr/>
        <a:lstStyle/>
        <a:p>
          <a:r>
            <a:rPr lang="en-US"/>
            <a:t>Zıt görünen güçler birbirini tamamlar ve uyum içinde dengeyi korur.</a:t>
          </a:r>
        </a:p>
      </dgm:t>
    </dgm:pt>
    <dgm:pt modelId="{B52BD5C9-2002-4D45-B848-B30A3ACA6FDE}" type="parTrans" cxnId="{17BE194B-4C05-4815-BC03-F1F5000D50CE}">
      <dgm:prSet/>
      <dgm:spPr/>
      <dgm:t>
        <a:bodyPr/>
        <a:lstStyle/>
        <a:p>
          <a:endParaRPr lang="en-US"/>
        </a:p>
      </dgm:t>
    </dgm:pt>
    <dgm:pt modelId="{4E80E052-F096-43FE-B73F-46A5DE2E3854}" type="sibTrans" cxnId="{17BE194B-4C05-4815-BC03-F1F5000D50CE}">
      <dgm:prSet/>
      <dgm:spPr/>
      <dgm:t>
        <a:bodyPr/>
        <a:lstStyle/>
        <a:p>
          <a:endParaRPr lang="en-US"/>
        </a:p>
      </dgm:t>
    </dgm:pt>
    <dgm:pt modelId="{5FE657C4-EF6E-4AF2-97D1-BC1D4BCA1088}">
      <dgm:prSet/>
      <dgm:spPr/>
      <dgm:t>
        <a:bodyPr/>
        <a:lstStyle/>
        <a:p>
          <a:r>
            <a:rPr lang="en-US" b="1"/>
            <a:t>Doğaya Dönüş</a:t>
          </a:r>
          <a:endParaRPr lang="en-US"/>
        </a:p>
      </dgm:t>
    </dgm:pt>
    <dgm:pt modelId="{86F8ECA4-A65E-4052-97BC-3137E4127B16}" type="parTrans" cxnId="{A483CBFE-B72E-47C4-9727-151FA572607D}">
      <dgm:prSet/>
      <dgm:spPr/>
      <dgm:t>
        <a:bodyPr/>
        <a:lstStyle/>
        <a:p>
          <a:endParaRPr lang="en-US"/>
        </a:p>
      </dgm:t>
    </dgm:pt>
    <dgm:pt modelId="{2C31F7C5-468A-476F-BC88-E74133DA99F9}" type="sibTrans" cxnId="{A483CBFE-B72E-47C4-9727-151FA572607D}">
      <dgm:prSet/>
      <dgm:spPr/>
      <dgm:t>
        <a:bodyPr/>
        <a:lstStyle/>
        <a:p>
          <a:endParaRPr lang="en-US"/>
        </a:p>
      </dgm:t>
    </dgm:pt>
    <dgm:pt modelId="{00559991-755A-4DD3-AD2B-A670F7344BAA}">
      <dgm:prSet/>
      <dgm:spPr/>
      <dgm:t>
        <a:bodyPr/>
        <a:lstStyle/>
        <a:p>
          <a:r>
            <a:rPr lang="en-US"/>
            <a:t>Taoizm sade, doğayla uyumlu bir yaşamı ve gösterişten kaçınmayı öğütler.</a:t>
          </a:r>
        </a:p>
      </dgm:t>
    </dgm:pt>
    <dgm:pt modelId="{B804C6DE-C7AB-462C-BACF-B89C8A0E0C5E}" type="parTrans" cxnId="{B0DAA148-40BA-4BEE-A6A8-E179752D8034}">
      <dgm:prSet/>
      <dgm:spPr/>
      <dgm:t>
        <a:bodyPr/>
        <a:lstStyle/>
        <a:p>
          <a:endParaRPr lang="en-US"/>
        </a:p>
      </dgm:t>
    </dgm:pt>
    <dgm:pt modelId="{160A5CF8-32DB-4D61-8CE4-7FDDA57CD6F6}" type="sibTrans" cxnId="{B0DAA148-40BA-4BEE-A6A8-E179752D8034}">
      <dgm:prSet/>
      <dgm:spPr/>
      <dgm:t>
        <a:bodyPr/>
        <a:lstStyle/>
        <a:p>
          <a:endParaRPr lang="en-US"/>
        </a:p>
      </dgm:t>
    </dgm:pt>
    <dgm:pt modelId="{B5C957E8-F5B4-4AB1-8F82-3AB8243F30A8}">
      <dgm:prSet/>
      <dgm:spPr/>
      <dgm:t>
        <a:bodyPr/>
        <a:lstStyle/>
        <a:p>
          <a:r>
            <a:rPr lang="en-US" b="1"/>
            <a:t>Taoizm vs Konfüçyüsçülük</a:t>
          </a:r>
          <a:endParaRPr lang="en-US"/>
        </a:p>
      </dgm:t>
    </dgm:pt>
    <dgm:pt modelId="{A6E3F513-F468-4E83-BFD0-EBA75AAADE56}" type="parTrans" cxnId="{7F1C9872-9788-4848-BC0D-F3F93829E7E4}">
      <dgm:prSet/>
      <dgm:spPr/>
      <dgm:t>
        <a:bodyPr/>
        <a:lstStyle/>
        <a:p>
          <a:endParaRPr lang="en-US"/>
        </a:p>
      </dgm:t>
    </dgm:pt>
    <dgm:pt modelId="{A096FE03-3DF2-40A0-97FC-7072BE817DC9}" type="sibTrans" cxnId="{7F1C9872-9788-4848-BC0D-F3F93829E7E4}">
      <dgm:prSet/>
      <dgm:spPr/>
      <dgm:t>
        <a:bodyPr/>
        <a:lstStyle/>
        <a:p>
          <a:endParaRPr lang="en-US"/>
        </a:p>
      </dgm:t>
    </dgm:pt>
    <dgm:pt modelId="{7833E811-1648-4B89-9260-05E72E8F3994}">
      <dgm:prSet/>
      <dgm:spPr/>
      <dgm:t>
        <a:bodyPr/>
        <a:lstStyle/>
        <a:p>
          <a:r>
            <a:rPr lang="en-US"/>
            <a:t>Taoizm bireysel uyum ve doğayı önceler; Konfüçyüsçülük ise ritüel, hiyerarşi ve toplumsal düzeni vurgular.</a:t>
          </a:r>
        </a:p>
      </dgm:t>
    </dgm:pt>
    <dgm:pt modelId="{E13D4958-69B4-4C52-907A-A9C8CBE6E725}" type="parTrans" cxnId="{E5A11031-9F39-4480-884E-B0374118AD03}">
      <dgm:prSet/>
      <dgm:spPr/>
      <dgm:t>
        <a:bodyPr/>
        <a:lstStyle/>
        <a:p>
          <a:endParaRPr lang="en-US"/>
        </a:p>
      </dgm:t>
    </dgm:pt>
    <dgm:pt modelId="{2E36A918-E4FA-48E5-9F47-58A0D5199273}" type="sibTrans" cxnId="{E5A11031-9F39-4480-884E-B0374118AD03}">
      <dgm:prSet/>
      <dgm:spPr/>
      <dgm:t>
        <a:bodyPr/>
        <a:lstStyle/>
        <a:p>
          <a:endParaRPr lang="en-US"/>
        </a:p>
      </dgm:t>
    </dgm:pt>
    <dgm:pt modelId="{D8ED8488-35C4-42F1-BAE0-3A1FBD9AB91D}">
      <dgm:prSet/>
      <dgm:spPr/>
      <dgm:t>
        <a:bodyPr/>
        <a:lstStyle/>
        <a:p>
          <a:r>
            <a:rPr lang="en-US" b="1"/>
            <a:t>Çin'deki Etkisi</a:t>
          </a:r>
          <a:endParaRPr lang="en-US"/>
        </a:p>
      </dgm:t>
    </dgm:pt>
    <dgm:pt modelId="{4A86C505-E9BB-4DB6-B699-5AFE7466FF1C}" type="parTrans" cxnId="{34253CA9-C755-483D-9C5D-B6628F2B2369}">
      <dgm:prSet/>
      <dgm:spPr/>
      <dgm:t>
        <a:bodyPr/>
        <a:lstStyle/>
        <a:p>
          <a:endParaRPr lang="en-US"/>
        </a:p>
      </dgm:t>
    </dgm:pt>
    <dgm:pt modelId="{8208D943-912D-41FF-887E-918613743125}" type="sibTrans" cxnId="{34253CA9-C755-483D-9C5D-B6628F2B2369}">
      <dgm:prSet/>
      <dgm:spPr/>
      <dgm:t>
        <a:bodyPr/>
        <a:lstStyle/>
        <a:p>
          <a:endParaRPr lang="en-US"/>
        </a:p>
      </dgm:t>
    </dgm:pt>
    <dgm:pt modelId="{B5FCA76E-3B1E-4684-A165-B85A34B75D4F}">
      <dgm:prSet/>
      <dgm:spPr/>
      <dgm:t>
        <a:bodyPr/>
        <a:lstStyle/>
        <a:p>
          <a:r>
            <a:rPr lang="en-US"/>
            <a:t>Taoizm felsefe, tıp, sanat ve halk dini üzerinde derin izler bırakarak hem düşünsel hem pratik bir miras oluşturmuştur.</a:t>
          </a:r>
        </a:p>
      </dgm:t>
    </dgm:pt>
    <dgm:pt modelId="{DE4136AA-1756-4A99-804E-0EFE651E18FD}" type="parTrans" cxnId="{46FAF567-ECCA-4E23-9915-D7E8E1762F53}">
      <dgm:prSet/>
      <dgm:spPr/>
      <dgm:t>
        <a:bodyPr/>
        <a:lstStyle/>
        <a:p>
          <a:endParaRPr lang="en-US"/>
        </a:p>
      </dgm:t>
    </dgm:pt>
    <dgm:pt modelId="{839A17E6-013F-4B7D-B5CD-AE1F1A7AA25D}" type="sibTrans" cxnId="{46FAF567-ECCA-4E23-9915-D7E8E1762F53}">
      <dgm:prSet/>
      <dgm:spPr/>
      <dgm:t>
        <a:bodyPr/>
        <a:lstStyle/>
        <a:p>
          <a:endParaRPr lang="en-US"/>
        </a:p>
      </dgm:t>
    </dgm:pt>
    <dgm:pt modelId="{84FA8C8D-6673-411A-86D1-49A8DA4B19C0}" type="pres">
      <dgm:prSet presAssocID="{00AE373F-FB3B-49E4-A396-ACD7D43E1BCB}" presName="diagram" presStyleCnt="0">
        <dgm:presLayoutVars>
          <dgm:dir/>
          <dgm:resizeHandles val="exact"/>
        </dgm:presLayoutVars>
      </dgm:prSet>
      <dgm:spPr/>
    </dgm:pt>
    <dgm:pt modelId="{E5AF7D34-1106-4C92-945C-47D8DBDDDA26}" type="pres">
      <dgm:prSet presAssocID="{3521FF98-9B1C-4E45-8A54-47D51D1AD9E5}" presName="node" presStyleLbl="node1" presStyleIdx="0" presStyleCnt="12">
        <dgm:presLayoutVars>
          <dgm:bulletEnabled val="1"/>
        </dgm:presLayoutVars>
      </dgm:prSet>
      <dgm:spPr/>
    </dgm:pt>
    <dgm:pt modelId="{1FB6F0DC-E669-4BD5-8B0A-25941AA1CEC5}" type="pres">
      <dgm:prSet presAssocID="{B8AA8154-0DB0-4499-9C19-592BBB131B1D}" presName="sibTrans" presStyleCnt="0"/>
      <dgm:spPr/>
    </dgm:pt>
    <dgm:pt modelId="{A49E6A7B-92A6-479D-87EB-955E66ECD6EB}" type="pres">
      <dgm:prSet presAssocID="{5F0EF1B8-EFB6-46C6-B994-E2C0F9E466ED}" presName="node" presStyleLbl="node1" presStyleIdx="1" presStyleCnt="12">
        <dgm:presLayoutVars>
          <dgm:bulletEnabled val="1"/>
        </dgm:presLayoutVars>
      </dgm:prSet>
      <dgm:spPr/>
    </dgm:pt>
    <dgm:pt modelId="{696C491B-6C45-4C3C-B183-79CE220CE89E}" type="pres">
      <dgm:prSet presAssocID="{8B4C4905-10F4-46A5-8E61-1343BF99923F}" presName="sibTrans" presStyleCnt="0"/>
      <dgm:spPr/>
    </dgm:pt>
    <dgm:pt modelId="{A4AC37A5-A052-4574-A1AB-B733AA896460}" type="pres">
      <dgm:prSet presAssocID="{4B376B3D-B662-4409-AADB-75175178FE5A}" presName="node" presStyleLbl="node1" presStyleIdx="2" presStyleCnt="12">
        <dgm:presLayoutVars>
          <dgm:bulletEnabled val="1"/>
        </dgm:presLayoutVars>
      </dgm:prSet>
      <dgm:spPr/>
    </dgm:pt>
    <dgm:pt modelId="{1D9256B6-3E1E-4571-8FA7-C7DDFF959CD7}" type="pres">
      <dgm:prSet presAssocID="{CE4F975E-B998-42FD-BE0D-C4A1EE4A98E8}" presName="sibTrans" presStyleCnt="0"/>
      <dgm:spPr/>
    </dgm:pt>
    <dgm:pt modelId="{70182472-6461-4364-AECA-3FC7449FEF00}" type="pres">
      <dgm:prSet presAssocID="{890B2F16-1815-450B-A5CE-10CF28C3565E}" presName="node" presStyleLbl="node1" presStyleIdx="3" presStyleCnt="12">
        <dgm:presLayoutVars>
          <dgm:bulletEnabled val="1"/>
        </dgm:presLayoutVars>
      </dgm:prSet>
      <dgm:spPr/>
    </dgm:pt>
    <dgm:pt modelId="{C9957563-927B-4FA5-8C17-0FD594698D34}" type="pres">
      <dgm:prSet presAssocID="{AFAC22F6-3E47-4E56-A5A1-C39CA9B7A23A}" presName="sibTrans" presStyleCnt="0"/>
      <dgm:spPr/>
    </dgm:pt>
    <dgm:pt modelId="{BF3EF347-599F-479B-A3DD-3D244C3575F4}" type="pres">
      <dgm:prSet presAssocID="{7BF34748-D91C-471D-9E98-9BD640F6E20A}" presName="node" presStyleLbl="node1" presStyleIdx="4" presStyleCnt="12">
        <dgm:presLayoutVars>
          <dgm:bulletEnabled val="1"/>
        </dgm:presLayoutVars>
      </dgm:prSet>
      <dgm:spPr/>
    </dgm:pt>
    <dgm:pt modelId="{CB1A1FF5-3253-4BA0-BB12-026D31473042}" type="pres">
      <dgm:prSet presAssocID="{B0EF844E-B8FD-468C-8F3F-292D69DB9BAD}" presName="sibTrans" presStyleCnt="0"/>
      <dgm:spPr/>
    </dgm:pt>
    <dgm:pt modelId="{75C4D593-E506-4FAC-8809-021F64937847}" type="pres">
      <dgm:prSet presAssocID="{20666936-1382-430E-BE11-608477726563}" presName="node" presStyleLbl="node1" presStyleIdx="5" presStyleCnt="12">
        <dgm:presLayoutVars>
          <dgm:bulletEnabled val="1"/>
        </dgm:presLayoutVars>
      </dgm:prSet>
      <dgm:spPr/>
    </dgm:pt>
    <dgm:pt modelId="{6A6CF56D-CA71-4B02-BE73-DD9B9DEC9827}" type="pres">
      <dgm:prSet presAssocID="{4E80E052-F096-43FE-B73F-46A5DE2E3854}" presName="sibTrans" presStyleCnt="0"/>
      <dgm:spPr/>
    </dgm:pt>
    <dgm:pt modelId="{795DA100-1FE1-46A2-A9B9-68EB92AF6408}" type="pres">
      <dgm:prSet presAssocID="{5FE657C4-EF6E-4AF2-97D1-BC1D4BCA1088}" presName="node" presStyleLbl="node1" presStyleIdx="6" presStyleCnt="12">
        <dgm:presLayoutVars>
          <dgm:bulletEnabled val="1"/>
        </dgm:presLayoutVars>
      </dgm:prSet>
      <dgm:spPr/>
    </dgm:pt>
    <dgm:pt modelId="{FA0EF978-9BE6-4C2B-935D-B355061E8E77}" type="pres">
      <dgm:prSet presAssocID="{2C31F7C5-468A-476F-BC88-E74133DA99F9}" presName="sibTrans" presStyleCnt="0"/>
      <dgm:spPr/>
    </dgm:pt>
    <dgm:pt modelId="{91C5AE04-AC73-4B04-A8C7-F037503E1D44}" type="pres">
      <dgm:prSet presAssocID="{00559991-755A-4DD3-AD2B-A670F7344BAA}" presName="node" presStyleLbl="node1" presStyleIdx="7" presStyleCnt="12">
        <dgm:presLayoutVars>
          <dgm:bulletEnabled val="1"/>
        </dgm:presLayoutVars>
      </dgm:prSet>
      <dgm:spPr/>
    </dgm:pt>
    <dgm:pt modelId="{0667B0CB-1E21-4EA5-B28C-BA46A40E1CB2}" type="pres">
      <dgm:prSet presAssocID="{160A5CF8-32DB-4D61-8CE4-7FDDA57CD6F6}" presName="sibTrans" presStyleCnt="0"/>
      <dgm:spPr/>
    </dgm:pt>
    <dgm:pt modelId="{FA41AA1A-0778-4EFC-951F-5BE657469035}" type="pres">
      <dgm:prSet presAssocID="{B5C957E8-F5B4-4AB1-8F82-3AB8243F30A8}" presName="node" presStyleLbl="node1" presStyleIdx="8" presStyleCnt="12">
        <dgm:presLayoutVars>
          <dgm:bulletEnabled val="1"/>
        </dgm:presLayoutVars>
      </dgm:prSet>
      <dgm:spPr/>
    </dgm:pt>
    <dgm:pt modelId="{7C8BAD24-586C-4398-9759-E2B02F937CC0}" type="pres">
      <dgm:prSet presAssocID="{A096FE03-3DF2-40A0-97FC-7072BE817DC9}" presName="sibTrans" presStyleCnt="0"/>
      <dgm:spPr/>
    </dgm:pt>
    <dgm:pt modelId="{F90303A9-1CB9-40D3-9405-7A429CFD2E0A}" type="pres">
      <dgm:prSet presAssocID="{7833E811-1648-4B89-9260-05E72E8F3994}" presName="node" presStyleLbl="node1" presStyleIdx="9" presStyleCnt="12">
        <dgm:presLayoutVars>
          <dgm:bulletEnabled val="1"/>
        </dgm:presLayoutVars>
      </dgm:prSet>
      <dgm:spPr/>
    </dgm:pt>
    <dgm:pt modelId="{0FF8D5EA-F1F9-457F-B4FD-6AD8A0D7F8B0}" type="pres">
      <dgm:prSet presAssocID="{2E36A918-E4FA-48E5-9F47-58A0D5199273}" presName="sibTrans" presStyleCnt="0"/>
      <dgm:spPr/>
    </dgm:pt>
    <dgm:pt modelId="{FC72F822-ABB0-42A8-A55A-2328F5D5F6A7}" type="pres">
      <dgm:prSet presAssocID="{D8ED8488-35C4-42F1-BAE0-3A1FBD9AB91D}" presName="node" presStyleLbl="node1" presStyleIdx="10" presStyleCnt="12">
        <dgm:presLayoutVars>
          <dgm:bulletEnabled val="1"/>
        </dgm:presLayoutVars>
      </dgm:prSet>
      <dgm:spPr/>
    </dgm:pt>
    <dgm:pt modelId="{FC92C86C-17E8-438D-A675-3B32905C92AF}" type="pres">
      <dgm:prSet presAssocID="{8208D943-912D-41FF-887E-918613743125}" presName="sibTrans" presStyleCnt="0"/>
      <dgm:spPr/>
    </dgm:pt>
    <dgm:pt modelId="{0551FAEE-C49A-4E23-B785-402587FB0106}" type="pres">
      <dgm:prSet presAssocID="{B5FCA76E-3B1E-4684-A165-B85A34B75D4F}" presName="node" presStyleLbl="node1" presStyleIdx="11" presStyleCnt="12">
        <dgm:presLayoutVars>
          <dgm:bulletEnabled val="1"/>
        </dgm:presLayoutVars>
      </dgm:prSet>
      <dgm:spPr/>
    </dgm:pt>
  </dgm:ptLst>
  <dgm:cxnLst>
    <dgm:cxn modelId="{78F91501-E40A-46BF-A216-95A610100D63}" srcId="{00AE373F-FB3B-49E4-A396-ACD7D43E1BCB}" destId="{7BF34748-D91C-471D-9E98-9BD640F6E20A}" srcOrd="4" destOrd="0" parTransId="{1280C116-6732-405D-A515-84B45A7E0752}" sibTransId="{B0EF844E-B8FD-468C-8F3F-292D69DB9BAD}"/>
    <dgm:cxn modelId="{D810FE12-73E0-4DE7-A40F-FC9394043D1C}" type="presOf" srcId="{890B2F16-1815-450B-A5CE-10CF28C3565E}" destId="{70182472-6461-4364-AECA-3FC7449FEF00}" srcOrd="0" destOrd="0" presId="urn:microsoft.com/office/officeart/2005/8/layout/default"/>
    <dgm:cxn modelId="{E5A11031-9F39-4480-884E-B0374118AD03}" srcId="{00AE373F-FB3B-49E4-A396-ACD7D43E1BCB}" destId="{7833E811-1648-4B89-9260-05E72E8F3994}" srcOrd="9" destOrd="0" parTransId="{E13D4958-69B4-4C52-907A-A9C8CBE6E725}" sibTransId="{2E36A918-E4FA-48E5-9F47-58A0D5199273}"/>
    <dgm:cxn modelId="{65CC4F5D-EE24-47FA-AF8D-5E6E10E6113C}" type="presOf" srcId="{5FE657C4-EF6E-4AF2-97D1-BC1D4BCA1088}" destId="{795DA100-1FE1-46A2-A9B9-68EB92AF6408}" srcOrd="0" destOrd="0" presId="urn:microsoft.com/office/officeart/2005/8/layout/default"/>
    <dgm:cxn modelId="{1F965D63-382A-49BB-ABA7-722A6CB58C23}" type="presOf" srcId="{3521FF98-9B1C-4E45-8A54-47D51D1AD9E5}" destId="{E5AF7D34-1106-4C92-945C-47D8DBDDDA26}" srcOrd="0" destOrd="0" presId="urn:microsoft.com/office/officeart/2005/8/layout/default"/>
    <dgm:cxn modelId="{46FAF567-ECCA-4E23-9915-D7E8E1762F53}" srcId="{00AE373F-FB3B-49E4-A396-ACD7D43E1BCB}" destId="{B5FCA76E-3B1E-4684-A165-B85A34B75D4F}" srcOrd="11" destOrd="0" parTransId="{DE4136AA-1756-4A99-804E-0EFE651E18FD}" sibTransId="{839A17E6-013F-4B7D-B5CD-AE1F1A7AA25D}"/>
    <dgm:cxn modelId="{B0DAA148-40BA-4BEE-A6A8-E179752D8034}" srcId="{00AE373F-FB3B-49E4-A396-ACD7D43E1BCB}" destId="{00559991-755A-4DD3-AD2B-A670F7344BAA}" srcOrd="7" destOrd="0" parTransId="{B804C6DE-C7AB-462C-BACF-B89C8A0E0C5E}" sibTransId="{160A5CF8-32DB-4D61-8CE4-7FDDA57CD6F6}"/>
    <dgm:cxn modelId="{17BE194B-4C05-4815-BC03-F1F5000D50CE}" srcId="{00AE373F-FB3B-49E4-A396-ACD7D43E1BCB}" destId="{20666936-1382-430E-BE11-608477726563}" srcOrd="5" destOrd="0" parTransId="{B52BD5C9-2002-4D45-B848-B30A3ACA6FDE}" sibTransId="{4E80E052-F096-43FE-B73F-46A5DE2E3854}"/>
    <dgm:cxn modelId="{43F7D14F-9F6F-4096-9821-09EFCD2B1928}" type="presOf" srcId="{7BF34748-D91C-471D-9E98-9BD640F6E20A}" destId="{BF3EF347-599F-479B-A3DD-3D244C3575F4}" srcOrd="0" destOrd="0" presId="urn:microsoft.com/office/officeart/2005/8/layout/default"/>
    <dgm:cxn modelId="{7F1C9872-9788-4848-BC0D-F3F93829E7E4}" srcId="{00AE373F-FB3B-49E4-A396-ACD7D43E1BCB}" destId="{B5C957E8-F5B4-4AB1-8F82-3AB8243F30A8}" srcOrd="8" destOrd="0" parTransId="{A6E3F513-F468-4E83-BFD0-EBA75AAADE56}" sibTransId="{A096FE03-3DF2-40A0-97FC-7072BE817DC9}"/>
    <dgm:cxn modelId="{D37ED574-12A9-470A-8AD4-814C443764FB}" srcId="{00AE373F-FB3B-49E4-A396-ACD7D43E1BCB}" destId="{890B2F16-1815-450B-A5CE-10CF28C3565E}" srcOrd="3" destOrd="0" parTransId="{3EB00335-48BF-4347-99BC-96A8077D9437}" sibTransId="{AFAC22F6-3E47-4E56-A5A1-C39CA9B7A23A}"/>
    <dgm:cxn modelId="{CAEB3E55-045E-4F67-9C28-32D4D4DDCE57}" srcId="{00AE373F-FB3B-49E4-A396-ACD7D43E1BCB}" destId="{3521FF98-9B1C-4E45-8A54-47D51D1AD9E5}" srcOrd="0" destOrd="0" parTransId="{5F11097B-3E51-4125-A56D-5A7929D21CC2}" sibTransId="{B8AA8154-0DB0-4499-9C19-592BBB131B1D}"/>
    <dgm:cxn modelId="{93569A7F-D4C2-47A7-AEB6-F081C6BA4594}" srcId="{00AE373F-FB3B-49E4-A396-ACD7D43E1BCB}" destId="{4B376B3D-B662-4409-AADB-75175178FE5A}" srcOrd="2" destOrd="0" parTransId="{4B5BFD22-4553-4BD7-A5B8-30ED1D43BABD}" sibTransId="{CE4F975E-B998-42FD-BE0D-C4A1EE4A98E8}"/>
    <dgm:cxn modelId="{AA28AF82-575C-4DFA-AD0B-2B54332865F5}" type="presOf" srcId="{20666936-1382-430E-BE11-608477726563}" destId="{75C4D593-E506-4FAC-8809-021F64937847}" srcOrd="0" destOrd="0" presId="urn:microsoft.com/office/officeart/2005/8/layout/default"/>
    <dgm:cxn modelId="{520CA887-552B-4BA3-B5BB-0545D91AA20A}" type="presOf" srcId="{00559991-755A-4DD3-AD2B-A670F7344BAA}" destId="{91C5AE04-AC73-4B04-A8C7-F037503E1D44}" srcOrd="0" destOrd="0" presId="urn:microsoft.com/office/officeart/2005/8/layout/default"/>
    <dgm:cxn modelId="{955AAD88-C15F-4469-9655-EB13B0E36F77}" type="presOf" srcId="{00AE373F-FB3B-49E4-A396-ACD7D43E1BCB}" destId="{84FA8C8D-6673-411A-86D1-49A8DA4B19C0}" srcOrd="0" destOrd="0" presId="urn:microsoft.com/office/officeart/2005/8/layout/default"/>
    <dgm:cxn modelId="{9FFBAF88-E51F-40B9-A1A0-9876C67A2E97}" type="presOf" srcId="{D8ED8488-35C4-42F1-BAE0-3A1FBD9AB91D}" destId="{FC72F822-ABB0-42A8-A55A-2328F5D5F6A7}" srcOrd="0" destOrd="0" presId="urn:microsoft.com/office/officeart/2005/8/layout/default"/>
    <dgm:cxn modelId="{C149749D-DF1E-4857-AF11-00FD656F0EE0}" srcId="{00AE373F-FB3B-49E4-A396-ACD7D43E1BCB}" destId="{5F0EF1B8-EFB6-46C6-B994-E2C0F9E466ED}" srcOrd="1" destOrd="0" parTransId="{8C7404B5-FB7A-4493-AB86-328747D1E824}" sibTransId="{8B4C4905-10F4-46A5-8E61-1343BF99923F}"/>
    <dgm:cxn modelId="{34253CA9-C755-483D-9C5D-B6628F2B2369}" srcId="{00AE373F-FB3B-49E4-A396-ACD7D43E1BCB}" destId="{D8ED8488-35C4-42F1-BAE0-3A1FBD9AB91D}" srcOrd="10" destOrd="0" parTransId="{4A86C505-E9BB-4DB6-B699-5AFE7466FF1C}" sibTransId="{8208D943-912D-41FF-887E-918613743125}"/>
    <dgm:cxn modelId="{1E3944AC-480D-45B4-B992-3E4DE1CFFB56}" type="presOf" srcId="{4B376B3D-B662-4409-AADB-75175178FE5A}" destId="{A4AC37A5-A052-4574-A1AB-B733AA896460}" srcOrd="0" destOrd="0" presId="urn:microsoft.com/office/officeart/2005/8/layout/default"/>
    <dgm:cxn modelId="{C063ACB3-C5BB-4912-AFB8-B4314DA6A5BD}" type="presOf" srcId="{7833E811-1648-4B89-9260-05E72E8F3994}" destId="{F90303A9-1CB9-40D3-9405-7A429CFD2E0A}" srcOrd="0" destOrd="0" presId="urn:microsoft.com/office/officeart/2005/8/layout/default"/>
    <dgm:cxn modelId="{4D1612DB-01B0-4D1B-87BD-81663C9A0456}" type="presOf" srcId="{B5C957E8-F5B4-4AB1-8F82-3AB8243F30A8}" destId="{FA41AA1A-0778-4EFC-951F-5BE657469035}" srcOrd="0" destOrd="0" presId="urn:microsoft.com/office/officeart/2005/8/layout/default"/>
    <dgm:cxn modelId="{582183E7-ECDA-469B-9CFF-AE87246BABEF}" type="presOf" srcId="{B5FCA76E-3B1E-4684-A165-B85A34B75D4F}" destId="{0551FAEE-C49A-4E23-B785-402587FB0106}" srcOrd="0" destOrd="0" presId="urn:microsoft.com/office/officeart/2005/8/layout/default"/>
    <dgm:cxn modelId="{3EC9D0F1-44F1-4C25-810F-2438C0811030}" type="presOf" srcId="{5F0EF1B8-EFB6-46C6-B994-E2C0F9E466ED}" destId="{A49E6A7B-92A6-479D-87EB-955E66ECD6EB}" srcOrd="0" destOrd="0" presId="urn:microsoft.com/office/officeart/2005/8/layout/default"/>
    <dgm:cxn modelId="{A483CBFE-B72E-47C4-9727-151FA572607D}" srcId="{00AE373F-FB3B-49E4-A396-ACD7D43E1BCB}" destId="{5FE657C4-EF6E-4AF2-97D1-BC1D4BCA1088}" srcOrd="6" destOrd="0" parTransId="{86F8ECA4-A65E-4052-97BC-3137E4127B16}" sibTransId="{2C31F7C5-468A-476F-BC88-E74133DA99F9}"/>
    <dgm:cxn modelId="{3B711529-5425-4070-99BF-B5C5718F8010}" type="presParOf" srcId="{84FA8C8D-6673-411A-86D1-49A8DA4B19C0}" destId="{E5AF7D34-1106-4C92-945C-47D8DBDDDA26}" srcOrd="0" destOrd="0" presId="urn:microsoft.com/office/officeart/2005/8/layout/default"/>
    <dgm:cxn modelId="{FBB463E5-BF8F-415D-9802-3B67CA205C6D}" type="presParOf" srcId="{84FA8C8D-6673-411A-86D1-49A8DA4B19C0}" destId="{1FB6F0DC-E669-4BD5-8B0A-25941AA1CEC5}" srcOrd="1" destOrd="0" presId="urn:microsoft.com/office/officeart/2005/8/layout/default"/>
    <dgm:cxn modelId="{FD0C3BFC-7531-49BC-9539-539B9FA84B3B}" type="presParOf" srcId="{84FA8C8D-6673-411A-86D1-49A8DA4B19C0}" destId="{A49E6A7B-92A6-479D-87EB-955E66ECD6EB}" srcOrd="2" destOrd="0" presId="urn:microsoft.com/office/officeart/2005/8/layout/default"/>
    <dgm:cxn modelId="{60B9DE7E-FB93-4086-831E-5CF834F274E7}" type="presParOf" srcId="{84FA8C8D-6673-411A-86D1-49A8DA4B19C0}" destId="{696C491B-6C45-4C3C-B183-79CE220CE89E}" srcOrd="3" destOrd="0" presId="urn:microsoft.com/office/officeart/2005/8/layout/default"/>
    <dgm:cxn modelId="{CB2FFDD1-DE22-4A3C-B7CC-526F0A507065}" type="presParOf" srcId="{84FA8C8D-6673-411A-86D1-49A8DA4B19C0}" destId="{A4AC37A5-A052-4574-A1AB-B733AA896460}" srcOrd="4" destOrd="0" presId="urn:microsoft.com/office/officeart/2005/8/layout/default"/>
    <dgm:cxn modelId="{E3549A9B-FB37-49BB-A117-FDA1417D0787}" type="presParOf" srcId="{84FA8C8D-6673-411A-86D1-49A8DA4B19C0}" destId="{1D9256B6-3E1E-4571-8FA7-C7DDFF959CD7}" srcOrd="5" destOrd="0" presId="urn:microsoft.com/office/officeart/2005/8/layout/default"/>
    <dgm:cxn modelId="{6A567D87-C3A8-4023-80F8-98E1F450A295}" type="presParOf" srcId="{84FA8C8D-6673-411A-86D1-49A8DA4B19C0}" destId="{70182472-6461-4364-AECA-3FC7449FEF00}" srcOrd="6" destOrd="0" presId="urn:microsoft.com/office/officeart/2005/8/layout/default"/>
    <dgm:cxn modelId="{74F20176-E907-4094-B296-095E70B9CBD9}" type="presParOf" srcId="{84FA8C8D-6673-411A-86D1-49A8DA4B19C0}" destId="{C9957563-927B-4FA5-8C17-0FD594698D34}" srcOrd="7" destOrd="0" presId="urn:microsoft.com/office/officeart/2005/8/layout/default"/>
    <dgm:cxn modelId="{3C8F7752-EB0E-4004-AC48-7181426FD41E}" type="presParOf" srcId="{84FA8C8D-6673-411A-86D1-49A8DA4B19C0}" destId="{BF3EF347-599F-479B-A3DD-3D244C3575F4}" srcOrd="8" destOrd="0" presId="urn:microsoft.com/office/officeart/2005/8/layout/default"/>
    <dgm:cxn modelId="{3E597D1C-13FD-4EBD-BB00-A8E26BAB7DA0}" type="presParOf" srcId="{84FA8C8D-6673-411A-86D1-49A8DA4B19C0}" destId="{CB1A1FF5-3253-4BA0-BB12-026D31473042}" srcOrd="9" destOrd="0" presId="urn:microsoft.com/office/officeart/2005/8/layout/default"/>
    <dgm:cxn modelId="{A17521CB-89D5-4179-B001-63D4D48F3033}" type="presParOf" srcId="{84FA8C8D-6673-411A-86D1-49A8DA4B19C0}" destId="{75C4D593-E506-4FAC-8809-021F64937847}" srcOrd="10" destOrd="0" presId="urn:microsoft.com/office/officeart/2005/8/layout/default"/>
    <dgm:cxn modelId="{F4C31588-2724-4A47-B4C5-F63E969CE8F0}" type="presParOf" srcId="{84FA8C8D-6673-411A-86D1-49A8DA4B19C0}" destId="{6A6CF56D-CA71-4B02-BE73-DD9B9DEC9827}" srcOrd="11" destOrd="0" presId="urn:microsoft.com/office/officeart/2005/8/layout/default"/>
    <dgm:cxn modelId="{DF97FFE2-EB5B-4C47-9671-D638D3F7F8A8}" type="presParOf" srcId="{84FA8C8D-6673-411A-86D1-49A8DA4B19C0}" destId="{795DA100-1FE1-46A2-A9B9-68EB92AF6408}" srcOrd="12" destOrd="0" presId="urn:microsoft.com/office/officeart/2005/8/layout/default"/>
    <dgm:cxn modelId="{742BEA8E-1521-4896-A49A-B2E93AA346F4}" type="presParOf" srcId="{84FA8C8D-6673-411A-86D1-49A8DA4B19C0}" destId="{FA0EF978-9BE6-4C2B-935D-B355061E8E77}" srcOrd="13" destOrd="0" presId="urn:microsoft.com/office/officeart/2005/8/layout/default"/>
    <dgm:cxn modelId="{5437FC26-40D6-4278-926B-F3986190A4CE}" type="presParOf" srcId="{84FA8C8D-6673-411A-86D1-49A8DA4B19C0}" destId="{91C5AE04-AC73-4B04-A8C7-F037503E1D44}" srcOrd="14" destOrd="0" presId="urn:microsoft.com/office/officeart/2005/8/layout/default"/>
    <dgm:cxn modelId="{C4A009B9-DE64-43D2-9713-86C233882BA6}" type="presParOf" srcId="{84FA8C8D-6673-411A-86D1-49A8DA4B19C0}" destId="{0667B0CB-1E21-4EA5-B28C-BA46A40E1CB2}" srcOrd="15" destOrd="0" presId="urn:microsoft.com/office/officeart/2005/8/layout/default"/>
    <dgm:cxn modelId="{F2A58907-7FFC-48D7-9F6D-0BFC5C979651}" type="presParOf" srcId="{84FA8C8D-6673-411A-86D1-49A8DA4B19C0}" destId="{FA41AA1A-0778-4EFC-951F-5BE657469035}" srcOrd="16" destOrd="0" presId="urn:microsoft.com/office/officeart/2005/8/layout/default"/>
    <dgm:cxn modelId="{D3503FA2-0659-4940-8C9E-7A92B84AA294}" type="presParOf" srcId="{84FA8C8D-6673-411A-86D1-49A8DA4B19C0}" destId="{7C8BAD24-586C-4398-9759-E2B02F937CC0}" srcOrd="17" destOrd="0" presId="urn:microsoft.com/office/officeart/2005/8/layout/default"/>
    <dgm:cxn modelId="{032F7D38-03A4-4F40-80F6-3BEF2D3EBABD}" type="presParOf" srcId="{84FA8C8D-6673-411A-86D1-49A8DA4B19C0}" destId="{F90303A9-1CB9-40D3-9405-7A429CFD2E0A}" srcOrd="18" destOrd="0" presId="urn:microsoft.com/office/officeart/2005/8/layout/default"/>
    <dgm:cxn modelId="{80760469-4F7D-4272-9B6C-EB05DDBBAFB9}" type="presParOf" srcId="{84FA8C8D-6673-411A-86D1-49A8DA4B19C0}" destId="{0FF8D5EA-F1F9-457F-B4FD-6AD8A0D7F8B0}" srcOrd="19" destOrd="0" presId="urn:microsoft.com/office/officeart/2005/8/layout/default"/>
    <dgm:cxn modelId="{21E23185-E77A-4169-870A-F79279DFB713}" type="presParOf" srcId="{84FA8C8D-6673-411A-86D1-49A8DA4B19C0}" destId="{FC72F822-ABB0-42A8-A55A-2328F5D5F6A7}" srcOrd="20" destOrd="0" presId="urn:microsoft.com/office/officeart/2005/8/layout/default"/>
    <dgm:cxn modelId="{5F930C67-E16F-4107-880E-3C687DFD36B6}" type="presParOf" srcId="{84FA8C8D-6673-411A-86D1-49A8DA4B19C0}" destId="{FC92C86C-17E8-438D-A675-3B32905C92AF}" srcOrd="21" destOrd="0" presId="urn:microsoft.com/office/officeart/2005/8/layout/default"/>
    <dgm:cxn modelId="{850EDA70-85C6-466C-BE02-3559E86485D4}" type="presParOf" srcId="{84FA8C8D-6673-411A-86D1-49A8DA4B19C0}" destId="{0551FAEE-C49A-4E23-B785-402587FB0106}" srcOrd="2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AB914D4-3905-43C2-AD57-67D10014B03F}"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7663BD0E-017D-4864-A4B8-7B56124EC3FB}">
      <dgm:prSet/>
      <dgm:spPr/>
      <dgm:t>
        <a:bodyPr/>
        <a:lstStyle/>
        <a:p>
          <a:r>
            <a:rPr lang="tr-TR" b="1"/>
            <a:t>Kaynakçalar</a:t>
          </a:r>
          <a:endParaRPr lang="en-US"/>
        </a:p>
      </dgm:t>
    </dgm:pt>
    <dgm:pt modelId="{98877693-71DB-48F2-B08D-759C1D3EE6D9}" type="parTrans" cxnId="{D9F31A0E-4471-4E79-A546-7308A5AB04DC}">
      <dgm:prSet/>
      <dgm:spPr/>
      <dgm:t>
        <a:bodyPr/>
        <a:lstStyle/>
        <a:p>
          <a:endParaRPr lang="en-US"/>
        </a:p>
      </dgm:t>
    </dgm:pt>
    <dgm:pt modelId="{63D88AAD-02EC-494E-9074-43113CA8BB07}" type="sibTrans" cxnId="{D9F31A0E-4471-4E79-A546-7308A5AB04DC}">
      <dgm:prSet/>
      <dgm:spPr/>
      <dgm:t>
        <a:bodyPr/>
        <a:lstStyle/>
        <a:p>
          <a:endParaRPr lang="en-US"/>
        </a:p>
      </dgm:t>
    </dgm:pt>
    <dgm:pt modelId="{2540600B-ACFB-4216-98D5-0ECE4E984479}">
      <dgm:prSet/>
      <dgm:spPr/>
      <dgm:t>
        <a:bodyPr/>
        <a:lstStyle/>
        <a:p>
          <a:r>
            <a:rPr lang="tr-TR"/>
            <a:t>Milli Eğitim Bakanlığı (MEB). (2023). Din Kültürü ve Ahlak Bilgisi Ders Kitabı - 12. Sınıf. Ankara: MEB Yayınları.</a:t>
          </a:r>
          <a:endParaRPr lang="en-US"/>
        </a:p>
      </dgm:t>
    </dgm:pt>
    <dgm:pt modelId="{5307C54C-46A5-4021-A2F6-4B825AFDE292}" type="parTrans" cxnId="{0CF530B3-90DD-42CB-81DA-FBA074D37FC2}">
      <dgm:prSet/>
      <dgm:spPr/>
      <dgm:t>
        <a:bodyPr/>
        <a:lstStyle/>
        <a:p>
          <a:endParaRPr lang="en-US"/>
        </a:p>
      </dgm:t>
    </dgm:pt>
    <dgm:pt modelId="{E0E7C759-BA9D-4790-B87A-34C85275C720}" type="sibTrans" cxnId="{0CF530B3-90DD-42CB-81DA-FBA074D37FC2}">
      <dgm:prSet/>
      <dgm:spPr/>
      <dgm:t>
        <a:bodyPr/>
        <a:lstStyle/>
        <a:p>
          <a:endParaRPr lang="en-US"/>
        </a:p>
      </dgm:t>
    </dgm:pt>
    <dgm:pt modelId="{44BA7304-E2EE-44D2-B006-1BB013271822}">
      <dgm:prSet/>
      <dgm:spPr/>
      <dgm:t>
        <a:bodyPr/>
        <a:lstStyle/>
        <a:p>
          <a:r>
            <a:rPr lang="tr-TR"/>
            <a:t>Diyanet İşleri Başkanlığı. (2022). Dinler Tarihi ve Karşılaştırmalı Din Bilimi. Ankara: Diyanet Yayınları.</a:t>
          </a:r>
          <a:endParaRPr lang="en-US"/>
        </a:p>
      </dgm:t>
    </dgm:pt>
    <dgm:pt modelId="{1DC16CCD-BC87-4D1C-982A-06953505B547}" type="parTrans" cxnId="{EA1D0354-7A89-44B2-9111-DA56CE7222F1}">
      <dgm:prSet/>
      <dgm:spPr/>
      <dgm:t>
        <a:bodyPr/>
        <a:lstStyle/>
        <a:p>
          <a:endParaRPr lang="en-US"/>
        </a:p>
      </dgm:t>
    </dgm:pt>
    <dgm:pt modelId="{D99E9C43-F35E-4A12-8E23-10CC1D73CA99}" type="sibTrans" cxnId="{EA1D0354-7A89-44B2-9111-DA56CE7222F1}">
      <dgm:prSet/>
      <dgm:spPr/>
      <dgm:t>
        <a:bodyPr/>
        <a:lstStyle/>
        <a:p>
          <a:endParaRPr lang="en-US"/>
        </a:p>
      </dgm:t>
    </dgm:pt>
    <dgm:pt modelId="{F6B498F3-FADD-4DB8-9A78-337F8A9F9FBB}" type="pres">
      <dgm:prSet presAssocID="{AAB914D4-3905-43C2-AD57-67D10014B03F}" presName="hierChild1" presStyleCnt="0">
        <dgm:presLayoutVars>
          <dgm:chPref val="1"/>
          <dgm:dir/>
          <dgm:animOne val="branch"/>
          <dgm:animLvl val="lvl"/>
          <dgm:resizeHandles/>
        </dgm:presLayoutVars>
      </dgm:prSet>
      <dgm:spPr/>
    </dgm:pt>
    <dgm:pt modelId="{460AEDA3-B080-48EE-B97F-1E8C50BE0C24}" type="pres">
      <dgm:prSet presAssocID="{7663BD0E-017D-4864-A4B8-7B56124EC3FB}" presName="hierRoot1" presStyleCnt="0"/>
      <dgm:spPr/>
    </dgm:pt>
    <dgm:pt modelId="{2A9EC0C7-3734-4EBF-ACB4-64078AE5C28D}" type="pres">
      <dgm:prSet presAssocID="{7663BD0E-017D-4864-A4B8-7B56124EC3FB}" presName="composite" presStyleCnt="0"/>
      <dgm:spPr/>
    </dgm:pt>
    <dgm:pt modelId="{758E4942-C0B8-4FB1-9967-E021B1D0F775}" type="pres">
      <dgm:prSet presAssocID="{7663BD0E-017D-4864-A4B8-7B56124EC3FB}" presName="background" presStyleLbl="node0" presStyleIdx="0" presStyleCnt="3"/>
      <dgm:spPr/>
    </dgm:pt>
    <dgm:pt modelId="{6A3E6B5D-F060-4775-8A71-27ABCB8C94B1}" type="pres">
      <dgm:prSet presAssocID="{7663BD0E-017D-4864-A4B8-7B56124EC3FB}" presName="text" presStyleLbl="fgAcc0" presStyleIdx="0" presStyleCnt="3" custLinFactNeighborX="-338" custLinFactNeighborY="-2663">
        <dgm:presLayoutVars>
          <dgm:chPref val="3"/>
        </dgm:presLayoutVars>
      </dgm:prSet>
      <dgm:spPr/>
    </dgm:pt>
    <dgm:pt modelId="{68CC3D50-E9A9-4B77-96DC-18FABF0E6393}" type="pres">
      <dgm:prSet presAssocID="{7663BD0E-017D-4864-A4B8-7B56124EC3FB}" presName="hierChild2" presStyleCnt="0"/>
      <dgm:spPr/>
    </dgm:pt>
    <dgm:pt modelId="{1CAC5BAA-F9A4-430D-B85F-3E7E67A6AB28}" type="pres">
      <dgm:prSet presAssocID="{2540600B-ACFB-4216-98D5-0ECE4E984479}" presName="hierRoot1" presStyleCnt="0"/>
      <dgm:spPr/>
    </dgm:pt>
    <dgm:pt modelId="{3BEBEE70-C0CB-4AD6-BA05-F04377EE0AF7}" type="pres">
      <dgm:prSet presAssocID="{2540600B-ACFB-4216-98D5-0ECE4E984479}" presName="composite" presStyleCnt="0"/>
      <dgm:spPr/>
    </dgm:pt>
    <dgm:pt modelId="{530DFAD7-7550-402E-A817-DA238A26605B}" type="pres">
      <dgm:prSet presAssocID="{2540600B-ACFB-4216-98D5-0ECE4E984479}" presName="background" presStyleLbl="node0" presStyleIdx="1" presStyleCnt="3"/>
      <dgm:spPr/>
    </dgm:pt>
    <dgm:pt modelId="{6A2BBBC2-D852-4E17-9741-2C06C4FEB49A}" type="pres">
      <dgm:prSet presAssocID="{2540600B-ACFB-4216-98D5-0ECE4E984479}" presName="text" presStyleLbl="fgAcc0" presStyleIdx="1" presStyleCnt="3">
        <dgm:presLayoutVars>
          <dgm:chPref val="3"/>
        </dgm:presLayoutVars>
      </dgm:prSet>
      <dgm:spPr/>
    </dgm:pt>
    <dgm:pt modelId="{57D7D523-88FB-4A53-970D-024FF0B0F1CE}" type="pres">
      <dgm:prSet presAssocID="{2540600B-ACFB-4216-98D5-0ECE4E984479}" presName="hierChild2" presStyleCnt="0"/>
      <dgm:spPr/>
    </dgm:pt>
    <dgm:pt modelId="{84DA0FB5-7BB2-478C-B98D-BDE297B1517C}" type="pres">
      <dgm:prSet presAssocID="{44BA7304-E2EE-44D2-B006-1BB013271822}" presName="hierRoot1" presStyleCnt="0"/>
      <dgm:spPr/>
    </dgm:pt>
    <dgm:pt modelId="{E38D8C64-994C-4499-A5A9-24BFFBE9C6A3}" type="pres">
      <dgm:prSet presAssocID="{44BA7304-E2EE-44D2-B006-1BB013271822}" presName="composite" presStyleCnt="0"/>
      <dgm:spPr/>
    </dgm:pt>
    <dgm:pt modelId="{199A695F-A362-4AD3-A850-9B8AFFD791D9}" type="pres">
      <dgm:prSet presAssocID="{44BA7304-E2EE-44D2-B006-1BB013271822}" presName="background" presStyleLbl="node0" presStyleIdx="2" presStyleCnt="3"/>
      <dgm:spPr/>
    </dgm:pt>
    <dgm:pt modelId="{EFF68D38-418E-4CF1-8305-0B99C0B5BF7D}" type="pres">
      <dgm:prSet presAssocID="{44BA7304-E2EE-44D2-B006-1BB013271822}" presName="text" presStyleLbl="fgAcc0" presStyleIdx="2" presStyleCnt="3">
        <dgm:presLayoutVars>
          <dgm:chPref val="3"/>
        </dgm:presLayoutVars>
      </dgm:prSet>
      <dgm:spPr/>
    </dgm:pt>
    <dgm:pt modelId="{7E18D405-2AEE-413D-A1F8-4C93C159AA43}" type="pres">
      <dgm:prSet presAssocID="{44BA7304-E2EE-44D2-B006-1BB013271822}" presName="hierChild2" presStyleCnt="0"/>
      <dgm:spPr/>
    </dgm:pt>
  </dgm:ptLst>
  <dgm:cxnLst>
    <dgm:cxn modelId="{D9F31A0E-4471-4E79-A546-7308A5AB04DC}" srcId="{AAB914D4-3905-43C2-AD57-67D10014B03F}" destId="{7663BD0E-017D-4864-A4B8-7B56124EC3FB}" srcOrd="0" destOrd="0" parTransId="{98877693-71DB-48F2-B08D-759C1D3EE6D9}" sibTransId="{63D88AAD-02EC-494E-9074-43113CA8BB07}"/>
    <dgm:cxn modelId="{45E28A23-C52F-417C-A8AC-70D948E2DD72}" type="presOf" srcId="{44BA7304-E2EE-44D2-B006-1BB013271822}" destId="{EFF68D38-418E-4CF1-8305-0B99C0B5BF7D}" srcOrd="0" destOrd="0" presId="urn:microsoft.com/office/officeart/2005/8/layout/hierarchy1"/>
    <dgm:cxn modelId="{80B83468-0DD7-45D4-9CE4-15ED83CAA471}" type="presOf" srcId="{7663BD0E-017D-4864-A4B8-7B56124EC3FB}" destId="{6A3E6B5D-F060-4775-8A71-27ABCB8C94B1}" srcOrd="0" destOrd="0" presId="urn:microsoft.com/office/officeart/2005/8/layout/hierarchy1"/>
    <dgm:cxn modelId="{EA1D0354-7A89-44B2-9111-DA56CE7222F1}" srcId="{AAB914D4-3905-43C2-AD57-67D10014B03F}" destId="{44BA7304-E2EE-44D2-B006-1BB013271822}" srcOrd="2" destOrd="0" parTransId="{1DC16CCD-BC87-4D1C-982A-06953505B547}" sibTransId="{D99E9C43-F35E-4A12-8E23-10CC1D73CA99}"/>
    <dgm:cxn modelId="{60566992-C491-4EED-8813-CC2D19D81784}" type="presOf" srcId="{AAB914D4-3905-43C2-AD57-67D10014B03F}" destId="{F6B498F3-FADD-4DB8-9A78-337F8A9F9FBB}" srcOrd="0" destOrd="0" presId="urn:microsoft.com/office/officeart/2005/8/layout/hierarchy1"/>
    <dgm:cxn modelId="{0CF530B3-90DD-42CB-81DA-FBA074D37FC2}" srcId="{AAB914D4-3905-43C2-AD57-67D10014B03F}" destId="{2540600B-ACFB-4216-98D5-0ECE4E984479}" srcOrd="1" destOrd="0" parTransId="{5307C54C-46A5-4021-A2F6-4B825AFDE292}" sibTransId="{E0E7C759-BA9D-4790-B87A-34C85275C720}"/>
    <dgm:cxn modelId="{3C5FA5FA-F399-442E-8343-C3342D4431D7}" type="presOf" srcId="{2540600B-ACFB-4216-98D5-0ECE4E984479}" destId="{6A2BBBC2-D852-4E17-9741-2C06C4FEB49A}" srcOrd="0" destOrd="0" presId="urn:microsoft.com/office/officeart/2005/8/layout/hierarchy1"/>
    <dgm:cxn modelId="{868BD5F4-CC1C-4725-877A-995E69B711D7}" type="presParOf" srcId="{F6B498F3-FADD-4DB8-9A78-337F8A9F9FBB}" destId="{460AEDA3-B080-48EE-B97F-1E8C50BE0C24}" srcOrd="0" destOrd="0" presId="urn:microsoft.com/office/officeart/2005/8/layout/hierarchy1"/>
    <dgm:cxn modelId="{119C56B9-233E-46A9-9359-D981AE436D96}" type="presParOf" srcId="{460AEDA3-B080-48EE-B97F-1E8C50BE0C24}" destId="{2A9EC0C7-3734-4EBF-ACB4-64078AE5C28D}" srcOrd="0" destOrd="0" presId="urn:microsoft.com/office/officeart/2005/8/layout/hierarchy1"/>
    <dgm:cxn modelId="{BD2E099C-7FBA-4C59-93D9-CC8746B30064}" type="presParOf" srcId="{2A9EC0C7-3734-4EBF-ACB4-64078AE5C28D}" destId="{758E4942-C0B8-4FB1-9967-E021B1D0F775}" srcOrd="0" destOrd="0" presId="urn:microsoft.com/office/officeart/2005/8/layout/hierarchy1"/>
    <dgm:cxn modelId="{495508C6-6640-4726-9A93-D3B7AA07C3FC}" type="presParOf" srcId="{2A9EC0C7-3734-4EBF-ACB4-64078AE5C28D}" destId="{6A3E6B5D-F060-4775-8A71-27ABCB8C94B1}" srcOrd="1" destOrd="0" presId="urn:microsoft.com/office/officeart/2005/8/layout/hierarchy1"/>
    <dgm:cxn modelId="{25FD6F53-6457-4CCF-818E-EB2E0BD6F394}" type="presParOf" srcId="{460AEDA3-B080-48EE-B97F-1E8C50BE0C24}" destId="{68CC3D50-E9A9-4B77-96DC-18FABF0E6393}" srcOrd="1" destOrd="0" presId="urn:microsoft.com/office/officeart/2005/8/layout/hierarchy1"/>
    <dgm:cxn modelId="{C352A95C-57B9-4895-AFC1-1C9B4B180966}" type="presParOf" srcId="{F6B498F3-FADD-4DB8-9A78-337F8A9F9FBB}" destId="{1CAC5BAA-F9A4-430D-B85F-3E7E67A6AB28}" srcOrd="1" destOrd="0" presId="urn:microsoft.com/office/officeart/2005/8/layout/hierarchy1"/>
    <dgm:cxn modelId="{64E43638-E36B-4FD8-B393-C8B24F646257}" type="presParOf" srcId="{1CAC5BAA-F9A4-430D-B85F-3E7E67A6AB28}" destId="{3BEBEE70-C0CB-4AD6-BA05-F04377EE0AF7}" srcOrd="0" destOrd="0" presId="urn:microsoft.com/office/officeart/2005/8/layout/hierarchy1"/>
    <dgm:cxn modelId="{7B5D4C4E-0477-4995-A83C-BA877FB3B34B}" type="presParOf" srcId="{3BEBEE70-C0CB-4AD6-BA05-F04377EE0AF7}" destId="{530DFAD7-7550-402E-A817-DA238A26605B}" srcOrd="0" destOrd="0" presId="urn:microsoft.com/office/officeart/2005/8/layout/hierarchy1"/>
    <dgm:cxn modelId="{87BB1491-334F-4505-8CAB-262A6990A27D}" type="presParOf" srcId="{3BEBEE70-C0CB-4AD6-BA05-F04377EE0AF7}" destId="{6A2BBBC2-D852-4E17-9741-2C06C4FEB49A}" srcOrd="1" destOrd="0" presId="urn:microsoft.com/office/officeart/2005/8/layout/hierarchy1"/>
    <dgm:cxn modelId="{2459A9E9-24D6-4D67-8690-2C145836D6D7}" type="presParOf" srcId="{1CAC5BAA-F9A4-430D-B85F-3E7E67A6AB28}" destId="{57D7D523-88FB-4A53-970D-024FF0B0F1CE}" srcOrd="1" destOrd="0" presId="urn:microsoft.com/office/officeart/2005/8/layout/hierarchy1"/>
    <dgm:cxn modelId="{C7B8D70A-FBB8-43D0-97B0-94CB2BAEDA80}" type="presParOf" srcId="{F6B498F3-FADD-4DB8-9A78-337F8A9F9FBB}" destId="{84DA0FB5-7BB2-478C-B98D-BDE297B1517C}" srcOrd="2" destOrd="0" presId="urn:microsoft.com/office/officeart/2005/8/layout/hierarchy1"/>
    <dgm:cxn modelId="{9010513E-7C63-4D21-91E6-BFD30A2D57D4}" type="presParOf" srcId="{84DA0FB5-7BB2-478C-B98D-BDE297B1517C}" destId="{E38D8C64-994C-4499-A5A9-24BFFBE9C6A3}" srcOrd="0" destOrd="0" presId="urn:microsoft.com/office/officeart/2005/8/layout/hierarchy1"/>
    <dgm:cxn modelId="{0E970E48-E10D-4825-BDC5-83FB92B44C54}" type="presParOf" srcId="{E38D8C64-994C-4499-A5A9-24BFFBE9C6A3}" destId="{199A695F-A362-4AD3-A850-9B8AFFD791D9}" srcOrd="0" destOrd="0" presId="urn:microsoft.com/office/officeart/2005/8/layout/hierarchy1"/>
    <dgm:cxn modelId="{6D97E1B4-3F48-47E5-AB89-0131C3F78606}" type="presParOf" srcId="{E38D8C64-994C-4499-A5A9-24BFFBE9C6A3}" destId="{EFF68D38-418E-4CF1-8305-0B99C0B5BF7D}" srcOrd="1" destOrd="0" presId="urn:microsoft.com/office/officeart/2005/8/layout/hierarchy1"/>
    <dgm:cxn modelId="{B407EA82-536A-4ADE-B3A4-9F0A395C4654}" type="presParOf" srcId="{84DA0FB5-7BB2-478C-B98D-BDE297B1517C}" destId="{7E18D405-2AEE-413D-A1F8-4C93C159AA43}"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F26051-889B-4E69-BDD1-277FD26AE1E0}">
      <dsp:nvSpPr>
        <dsp:cNvPr id="0" name=""/>
        <dsp:cNvSpPr/>
      </dsp:nvSpPr>
      <dsp:spPr>
        <a:xfrm>
          <a:off x="1487482" y="921778"/>
          <a:ext cx="310451" cy="91440"/>
        </a:xfrm>
        <a:custGeom>
          <a:avLst/>
          <a:gdLst/>
          <a:ahLst/>
          <a:cxnLst/>
          <a:rect l="0" t="0" r="0" b="0"/>
          <a:pathLst>
            <a:path>
              <a:moveTo>
                <a:pt x="0" y="45720"/>
              </a:moveTo>
              <a:lnTo>
                <a:pt x="31045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34182" y="965791"/>
        <a:ext cx="17052" cy="3413"/>
      </dsp:txXfrm>
    </dsp:sp>
    <dsp:sp modelId="{A896590E-4BAE-443A-96F6-199630729DBA}">
      <dsp:nvSpPr>
        <dsp:cNvPr id="0" name=""/>
        <dsp:cNvSpPr/>
      </dsp:nvSpPr>
      <dsp:spPr>
        <a:xfrm>
          <a:off x="6450" y="522649"/>
          <a:ext cx="1482832" cy="88969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660" tIns="76269" rIns="72660" bIns="76269" numCol="1" spcCol="1270" anchor="ctr" anchorCtr="0">
          <a:noAutofit/>
        </a:bodyPr>
        <a:lstStyle/>
        <a:p>
          <a:pPr marL="0" lvl="0" indent="0" algn="ctr" defTabSz="533400">
            <a:lnSpc>
              <a:spcPct val="90000"/>
            </a:lnSpc>
            <a:spcBef>
              <a:spcPct val="0"/>
            </a:spcBef>
            <a:spcAft>
              <a:spcPct val="35000"/>
            </a:spcAft>
            <a:buNone/>
          </a:pPr>
          <a:r>
            <a:rPr lang="tr-TR" sz="1200" b="1" kern="1200"/>
            <a:t>Konfüçyüsçülük: Erdemli Toplum ve Aile Düzeni</a:t>
          </a:r>
          <a:endParaRPr lang="en-US" sz="1200" kern="1200"/>
        </a:p>
      </dsp:txBody>
      <dsp:txXfrm>
        <a:off x="6450" y="522649"/>
        <a:ext cx="1482832" cy="889699"/>
      </dsp:txXfrm>
    </dsp:sp>
    <dsp:sp modelId="{71BFC662-9EF4-4F41-8712-F291298F84BF}">
      <dsp:nvSpPr>
        <dsp:cNvPr id="0" name=""/>
        <dsp:cNvSpPr/>
      </dsp:nvSpPr>
      <dsp:spPr>
        <a:xfrm>
          <a:off x="3311366" y="921778"/>
          <a:ext cx="310451" cy="91440"/>
        </a:xfrm>
        <a:custGeom>
          <a:avLst/>
          <a:gdLst/>
          <a:ahLst/>
          <a:cxnLst/>
          <a:rect l="0" t="0" r="0" b="0"/>
          <a:pathLst>
            <a:path>
              <a:moveTo>
                <a:pt x="0" y="45720"/>
              </a:moveTo>
              <a:lnTo>
                <a:pt x="31045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458065" y="965791"/>
        <a:ext cx="17052" cy="3413"/>
      </dsp:txXfrm>
    </dsp:sp>
    <dsp:sp modelId="{9048D649-3903-48CB-8A7A-748CAAF87287}">
      <dsp:nvSpPr>
        <dsp:cNvPr id="0" name=""/>
        <dsp:cNvSpPr/>
      </dsp:nvSpPr>
      <dsp:spPr>
        <a:xfrm>
          <a:off x="1830333" y="522649"/>
          <a:ext cx="1482832" cy="88969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660" tIns="76269" rIns="72660" bIns="76269" numCol="1" spcCol="1270" anchor="ctr" anchorCtr="0">
          <a:noAutofit/>
        </a:bodyPr>
        <a:lstStyle/>
        <a:p>
          <a:pPr marL="0" lvl="0" indent="0" algn="ctr" defTabSz="533400">
            <a:lnSpc>
              <a:spcPct val="90000"/>
            </a:lnSpc>
            <a:spcBef>
              <a:spcPct val="0"/>
            </a:spcBef>
            <a:spcAft>
              <a:spcPct val="35000"/>
            </a:spcAft>
            <a:buNone/>
          </a:pPr>
          <a:r>
            <a:rPr lang="tr-TR" sz="1200" b="1" kern="1200"/>
            <a:t>Kurucu: Konfüçyüs'ün Hayatı</a:t>
          </a:r>
          <a:endParaRPr lang="en-US" sz="1200" kern="1200"/>
        </a:p>
      </dsp:txBody>
      <dsp:txXfrm>
        <a:off x="1830333" y="522649"/>
        <a:ext cx="1482832" cy="889699"/>
      </dsp:txXfrm>
    </dsp:sp>
    <dsp:sp modelId="{5FF1AF36-8EAE-400C-9C65-1FADD7DD980F}">
      <dsp:nvSpPr>
        <dsp:cNvPr id="0" name=""/>
        <dsp:cNvSpPr/>
      </dsp:nvSpPr>
      <dsp:spPr>
        <a:xfrm>
          <a:off x="747866" y="1410548"/>
          <a:ext cx="3647766" cy="310451"/>
        </a:xfrm>
        <a:custGeom>
          <a:avLst/>
          <a:gdLst/>
          <a:ahLst/>
          <a:cxnLst/>
          <a:rect l="0" t="0" r="0" b="0"/>
          <a:pathLst>
            <a:path>
              <a:moveTo>
                <a:pt x="3647766" y="0"/>
              </a:moveTo>
              <a:lnTo>
                <a:pt x="3647766" y="172325"/>
              </a:lnTo>
              <a:lnTo>
                <a:pt x="0" y="172325"/>
              </a:lnTo>
              <a:lnTo>
                <a:pt x="0" y="310451"/>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80158" y="1564067"/>
        <a:ext cx="183183" cy="3413"/>
      </dsp:txXfrm>
    </dsp:sp>
    <dsp:sp modelId="{2E154C49-62E4-4BE5-9051-3E9299646556}">
      <dsp:nvSpPr>
        <dsp:cNvPr id="0" name=""/>
        <dsp:cNvSpPr/>
      </dsp:nvSpPr>
      <dsp:spPr>
        <a:xfrm>
          <a:off x="3654217" y="522649"/>
          <a:ext cx="1482832" cy="88969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660" tIns="76269" rIns="72660" bIns="76269" numCol="1" spcCol="1270" anchor="ctr" anchorCtr="0">
          <a:noAutofit/>
        </a:bodyPr>
        <a:lstStyle/>
        <a:p>
          <a:pPr marL="0" lvl="0" indent="0" algn="ctr" defTabSz="355600">
            <a:lnSpc>
              <a:spcPct val="90000"/>
            </a:lnSpc>
            <a:spcBef>
              <a:spcPct val="0"/>
            </a:spcBef>
            <a:spcAft>
              <a:spcPct val="35000"/>
            </a:spcAft>
            <a:buNone/>
          </a:pPr>
          <a:r>
            <a:rPr lang="tr-TR" sz="800" kern="1200" dirty="0"/>
            <a:t>MÖ 551–479 arasında yaşayan Konfüçyüs, öğretmen ve danışman olarak eğitim, kişisel erdem ve doğru yönetişi vurgulayan bir etik sistemi geliştirdi.</a:t>
          </a:r>
          <a:endParaRPr lang="en-US" sz="800" kern="1200" dirty="0"/>
        </a:p>
      </dsp:txBody>
      <dsp:txXfrm>
        <a:off x="3654217" y="522649"/>
        <a:ext cx="1482832" cy="889699"/>
      </dsp:txXfrm>
    </dsp:sp>
    <dsp:sp modelId="{7C8B32F0-1672-4DEE-A297-0BC862388DB7}">
      <dsp:nvSpPr>
        <dsp:cNvPr id="0" name=""/>
        <dsp:cNvSpPr/>
      </dsp:nvSpPr>
      <dsp:spPr>
        <a:xfrm>
          <a:off x="1487482" y="2152529"/>
          <a:ext cx="310451" cy="91440"/>
        </a:xfrm>
        <a:custGeom>
          <a:avLst/>
          <a:gdLst/>
          <a:ahLst/>
          <a:cxnLst/>
          <a:rect l="0" t="0" r="0" b="0"/>
          <a:pathLst>
            <a:path>
              <a:moveTo>
                <a:pt x="0" y="45720"/>
              </a:moveTo>
              <a:lnTo>
                <a:pt x="31045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34182" y="2196542"/>
        <a:ext cx="17052" cy="3413"/>
      </dsp:txXfrm>
    </dsp:sp>
    <dsp:sp modelId="{32111CEC-422F-41DD-AE67-C3EBD92EC039}">
      <dsp:nvSpPr>
        <dsp:cNvPr id="0" name=""/>
        <dsp:cNvSpPr/>
      </dsp:nvSpPr>
      <dsp:spPr>
        <a:xfrm>
          <a:off x="6450" y="1753399"/>
          <a:ext cx="1482832" cy="88969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660" tIns="76269" rIns="72660" bIns="76269" numCol="1" spcCol="1270" anchor="ctr" anchorCtr="0">
          <a:noAutofit/>
        </a:bodyPr>
        <a:lstStyle/>
        <a:p>
          <a:pPr marL="0" lvl="0" indent="0" algn="ctr" defTabSz="533400">
            <a:lnSpc>
              <a:spcPct val="90000"/>
            </a:lnSpc>
            <a:spcBef>
              <a:spcPct val="0"/>
            </a:spcBef>
            <a:spcAft>
              <a:spcPct val="35000"/>
            </a:spcAft>
            <a:buNone/>
          </a:pPr>
          <a:r>
            <a:rPr lang="tr-TR" sz="1200" b="1" kern="1200"/>
            <a:t>Ren (İnsanlık)</a:t>
          </a:r>
          <a:endParaRPr lang="en-US" sz="1200" kern="1200"/>
        </a:p>
      </dsp:txBody>
      <dsp:txXfrm>
        <a:off x="6450" y="1753399"/>
        <a:ext cx="1482832" cy="889699"/>
      </dsp:txXfrm>
    </dsp:sp>
    <dsp:sp modelId="{330FE2EE-AD7A-4340-81C2-C09494B11EE9}">
      <dsp:nvSpPr>
        <dsp:cNvPr id="0" name=""/>
        <dsp:cNvSpPr/>
      </dsp:nvSpPr>
      <dsp:spPr>
        <a:xfrm>
          <a:off x="3311366" y="2152529"/>
          <a:ext cx="310451" cy="91440"/>
        </a:xfrm>
        <a:custGeom>
          <a:avLst/>
          <a:gdLst/>
          <a:ahLst/>
          <a:cxnLst/>
          <a:rect l="0" t="0" r="0" b="0"/>
          <a:pathLst>
            <a:path>
              <a:moveTo>
                <a:pt x="0" y="45720"/>
              </a:moveTo>
              <a:lnTo>
                <a:pt x="31045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458065" y="2196542"/>
        <a:ext cx="17052" cy="3413"/>
      </dsp:txXfrm>
    </dsp:sp>
    <dsp:sp modelId="{4FC74D49-69EA-4CAE-98A1-F05ADD018652}">
      <dsp:nvSpPr>
        <dsp:cNvPr id="0" name=""/>
        <dsp:cNvSpPr/>
      </dsp:nvSpPr>
      <dsp:spPr>
        <a:xfrm>
          <a:off x="1830333" y="1753399"/>
          <a:ext cx="1482832" cy="88969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660" tIns="76269" rIns="72660" bIns="76269" numCol="1" spcCol="1270" anchor="ctr" anchorCtr="0">
          <a:noAutofit/>
        </a:bodyPr>
        <a:lstStyle/>
        <a:p>
          <a:pPr marL="0" lvl="0" indent="0" algn="ctr" defTabSz="533400">
            <a:lnSpc>
              <a:spcPct val="90000"/>
            </a:lnSpc>
            <a:spcBef>
              <a:spcPct val="0"/>
            </a:spcBef>
            <a:spcAft>
              <a:spcPct val="35000"/>
            </a:spcAft>
            <a:buNone/>
          </a:pPr>
          <a:r>
            <a:rPr lang="tr-TR" sz="1200" kern="1200"/>
            <a:t>Ren, şefkat ve empati temelinde başkalarına karşı insancıl davranışı belirtir; toplumsal uyumun çekirdeğidir.</a:t>
          </a:r>
          <a:endParaRPr lang="en-US" sz="1200" kern="1200"/>
        </a:p>
      </dsp:txBody>
      <dsp:txXfrm>
        <a:off x="1830333" y="1753399"/>
        <a:ext cx="1482832" cy="889699"/>
      </dsp:txXfrm>
    </dsp:sp>
    <dsp:sp modelId="{E9036E0A-7BEB-4970-9067-67F1A6E08CD3}">
      <dsp:nvSpPr>
        <dsp:cNvPr id="0" name=""/>
        <dsp:cNvSpPr/>
      </dsp:nvSpPr>
      <dsp:spPr>
        <a:xfrm>
          <a:off x="747866" y="2641299"/>
          <a:ext cx="3647766" cy="310451"/>
        </a:xfrm>
        <a:custGeom>
          <a:avLst/>
          <a:gdLst/>
          <a:ahLst/>
          <a:cxnLst/>
          <a:rect l="0" t="0" r="0" b="0"/>
          <a:pathLst>
            <a:path>
              <a:moveTo>
                <a:pt x="3647766" y="0"/>
              </a:moveTo>
              <a:lnTo>
                <a:pt x="3647766" y="172325"/>
              </a:lnTo>
              <a:lnTo>
                <a:pt x="0" y="172325"/>
              </a:lnTo>
              <a:lnTo>
                <a:pt x="0" y="310451"/>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80158" y="2794817"/>
        <a:ext cx="183183" cy="3413"/>
      </dsp:txXfrm>
    </dsp:sp>
    <dsp:sp modelId="{07CF2F13-0462-4EEF-AB89-473C124102D2}">
      <dsp:nvSpPr>
        <dsp:cNvPr id="0" name=""/>
        <dsp:cNvSpPr/>
      </dsp:nvSpPr>
      <dsp:spPr>
        <a:xfrm>
          <a:off x="3654217" y="1753399"/>
          <a:ext cx="1482832" cy="88969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660" tIns="76269" rIns="72660" bIns="76269" numCol="1" spcCol="1270" anchor="ctr" anchorCtr="0">
          <a:noAutofit/>
        </a:bodyPr>
        <a:lstStyle/>
        <a:p>
          <a:pPr marL="0" lvl="0" indent="0" algn="ctr" defTabSz="533400">
            <a:lnSpc>
              <a:spcPct val="90000"/>
            </a:lnSpc>
            <a:spcBef>
              <a:spcPct val="0"/>
            </a:spcBef>
            <a:spcAft>
              <a:spcPct val="35000"/>
            </a:spcAft>
            <a:buNone/>
          </a:pPr>
          <a:r>
            <a:rPr lang="tr-TR" sz="1200" b="1" kern="1200"/>
            <a:t>Li (Ritüel)</a:t>
          </a:r>
          <a:endParaRPr lang="en-US" sz="1200" kern="1200"/>
        </a:p>
      </dsp:txBody>
      <dsp:txXfrm>
        <a:off x="3654217" y="1753399"/>
        <a:ext cx="1482832" cy="889699"/>
      </dsp:txXfrm>
    </dsp:sp>
    <dsp:sp modelId="{22660AEC-AF08-44D0-92C2-18960AE7D2A0}">
      <dsp:nvSpPr>
        <dsp:cNvPr id="0" name=""/>
        <dsp:cNvSpPr/>
      </dsp:nvSpPr>
      <dsp:spPr>
        <a:xfrm>
          <a:off x="1487482" y="3383280"/>
          <a:ext cx="310451" cy="91440"/>
        </a:xfrm>
        <a:custGeom>
          <a:avLst/>
          <a:gdLst/>
          <a:ahLst/>
          <a:cxnLst/>
          <a:rect l="0" t="0" r="0" b="0"/>
          <a:pathLst>
            <a:path>
              <a:moveTo>
                <a:pt x="0" y="45720"/>
              </a:moveTo>
              <a:lnTo>
                <a:pt x="31045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34182" y="3427293"/>
        <a:ext cx="17052" cy="3413"/>
      </dsp:txXfrm>
    </dsp:sp>
    <dsp:sp modelId="{EAC323B9-F85A-4104-9225-82D5C75E84BE}">
      <dsp:nvSpPr>
        <dsp:cNvPr id="0" name=""/>
        <dsp:cNvSpPr/>
      </dsp:nvSpPr>
      <dsp:spPr>
        <a:xfrm>
          <a:off x="6450" y="2984150"/>
          <a:ext cx="1482832" cy="88969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660" tIns="76269" rIns="72660" bIns="76269" numCol="1" spcCol="1270" anchor="ctr" anchorCtr="0">
          <a:noAutofit/>
        </a:bodyPr>
        <a:lstStyle/>
        <a:p>
          <a:pPr marL="0" lvl="0" indent="0" algn="ctr" defTabSz="533400">
            <a:lnSpc>
              <a:spcPct val="90000"/>
            </a:lnSpc>
            <a:spcBef>
              <a:spcPct val="0"/>
            </a:spcBef>
            <a:spcAft>
              <a:spcPct val="35000"/>
            </a:spcAft>
            <a:buNone/>
          </a:pPr>
          <a:r>
            <a:rPr lang="tr-TR" sz="1200" kern="1200"/>
            <a:t>Li hem resmi törenleri hem günlük görgü kurallarını kapsar; ritüeller ailede saygı ve toplumda düzen sağlar.</a:t>
          </a:r>
          <a:endParaRPr lang="en-US" sz="1200" kern="1200"/>
        </a:p>
      </dsp:txBody>
      <dsp:txXfrm>
        <a:off x="6450" y="2984150"/>
        <a:ext cx="1482832" cy="889699"/>
      </dsp:txXfrm>
    </dsp:sp>
    <dsp:sp modelId="{4451B847-9212-4FA2-97EB-AE54F7309A29}">
      <dsp:nvSpPr>
        <dsp:cNvPr id="0" name=""/>
        <dsp:cNvSpPr/>
      </dsp:nvSpPr>
      <dsp:spPr>
        <a:xfrm>
          <a:off x="3311366" y="3383280"/>
          <a:ext cx="310451" cy="91440"/>
        </a:xfrm>
        <a:custGeom>
          <a:avLst/>
          <a:gdLst/>
          <a:ahLst/>
          <a:cxnLst/>
          <a:rect l="0" t="0" r="0" b="0"/>
          <a:pathLst>
            <a:path>
              <a:moveTo>
                <a:pt x="0" y="45720"/>
              </a:moveTo>
              <a:lnTo>
                <a:pt x="31045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458065" y="3427293"/>
        <a:ext cx="17052" cy="3413"/>
      </dsp:txXfrm>
    </dsp:sp>
    <dsp:sp modelId="{B4788AD5-E182-495E-B348-4DFB58A99306}">
      <dsp:nvSpPr>
        <dsp:cNvPr id="0" name=""/>
        <dsp:cNvSpPr/>
      </dsp:nvSpPr>
      <dsp:spPr>
        <a:xfrm>
          <a:off x="1830333" y="2984150"/>
          <a:ext cx="1482832" cy="88969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660" tIns="76269" rIns="72660" bIns="76269" numCol="1" spcCol="1270" anchor="ctr" anchorCtr="0">
          <a:noAutofit/>
        </a:bodyPr>
        <a:lstStyle/>
        <a:p>
          <a:pPr marL="0" lvl="0" indent="0" algn="ctr" defTabSz="533400">
            <a:lnSpc>
              <a:spcPct val="90000"/>
            </a:lnSpc>
            <a:spcBef>
              <a:spcPct val="0"/>
            </a:spcBef>
            <a:spcAft>
              <a:spcPct val="35000"/>
            </a:spcAft>
            <a:buNone/>
          </a:pPr>
          <a:r>
            <a:rPr lang="tr-TR" sz="1200" b="1" kern="1200"/>
            <a:t>Junzi (Erdemli İnsan)</a:t>
          </a:r>
          <a:endParaRPr lang="en-US" sz="1200" kern="1200"/>
        </a:p>
      </dsp:txBody>
      <dsp:txXfrm>
        <a:off x="1830333" y="2984150"/>
        <a:ext cx="1482832" cy="889699"/>
      </dsp:txXfrm>
    </dsp:sp>
    <dsp:sp modelId="{E0392E3D-ACE0-44F2-A294-D7EC1337A4F6}">
      <dsp:nvSpPr>
        <dsp:cNvPr id="0" name=""/>
        <dsp:cNvSpPr/>
      </dsp:nvSpPr>
      <dsp:spPr>
        <a:xfrm>
          <a:off x="747866" y="3872049"/>
          <a:ext cx="3647766" cy="310451"/>
        </a:xfrm>
        <a:custGeom>
          <a:avLst/>
          <a:gdLst/>
          <a:ahLst/>
          <a:cxnLst/>
          <a:rect l="0" t="0" r="0" b="0"/>
          <a:pathLst>
            <a:path>
              <a:moveTo>
                <a:pt x="3647766" y="0"/>
              </a:moveTo>
              <a:lnTo>
                <a:pt x="3647766" y="172325"/>
              </a:lnTo>
              <a:lnTo>
                <a:pt x="0" y="172325"/>
              </a:lnTo>
              <a:lnTo>
                <a:pt x="0" y="310451"/>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80158" y="4025568"/>
        <a:ext cx="183183" cy="3413"/>
      </dsp:txXfrm>
    </dsp:sp>
    <dsp:sp modelId="{EE7C201B-081E-49ED-AB6A-346C6B1ED92A}">
      <dsp:nvSpPr>
        <dsp:cNvPr id="0" name=""/>
        <dsp:cNvSpPr/>
      </dsp:nvSpPr>
      <dsp:spPr>
        <a:xfrm>
          <a:off x="3654217" y="2984150"/>
          <a:ext cx="1482832" cy="88969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660" tIns="76269" rIns="72660" bIns="76269" numCol="1" spcCol="1270" anchor="ctr" anchorCtr="0">
          <a:noAutofit/>
        </a:bodyPr>
        <a:lstStyle/>
        <a:p>
          <a:pPr marL="0" lvl="0" indent="0" algn="ctr" defTabSz="444500">
            <a:lnSpc>
              <a:spcPct val="90000"/>
            </a:lnSpc>
            <a:spcBef>
              <a:spcPct val="0"/>
            </a:spcBef>
            <a:spcAft>
              <a:spcPct val="35000"/>
            </a:spcAft>
            <a:buNone/>
          </a:pPr>
          <a:r>
            <a:rPr lang="tr-TR" sz="1000" kern="1200" dirty="0" err="1"/>
            <a:t>Junzi</a:t>
          </a:r>
          <a:r>
            <a:rPr lang="tr-TR" sz="1000" kern="1200" dirty="0"/>
            <a:t>, bilgi, özdenetim ve erdemli alışkanlıklarla topluma örnek olan ideal kişidir.</a:t>
          </a:r>
          <a:endParaRPr lang="en-US" sz="1000" kern="1200" dirty="0"/>
        </a:p>
      </dsp:txBody>
      <dsp:txXfrm>
        <a:off x="3654217" y="2984150"/>
        <a:ext cx="1482832" cy="889699"/>
      </dsp:txXfrm>
    </dsp:sp>
    <dsp:sp modelId="{C1C1131A-61A4-4140-8A7B-D21B86284972}">
      <dsp:nvSpPr>
        <dsp:cNvPr id="0" name=""/>
        <dsp:cNvSpPr/>
      </dsp:nvSpPr>
      <dsp:spPr>
        <a:xfrm>
          <a:off x="1487482" y="4614030"/>
          <a:ext cx="310451" cy="91440"/>
        </a:xfrm>
        <a:custGeom>
          <a:avLst/>
          <a:gdLst/>
          <a:ahLst/>
          <a:cxnLst/>
          <a:rect l="0" t="0" r="0" b="0"/>
          <a:pathLst>
            <a:path>
              <a:moveTo>
                <a:pt x="0" y="45720"/>
              </a:moveTo>
              <a:lnTo>
                <a:pt x="31045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34182" y="4658043"/>
        <a:ext cx="17052" cy="3413"/>
      </dsp:txXfrm>
    </dsp:sp>
    <dsp:sp modelId="{1893F489-CCEE-402F-85F3-8B07AC9886E7}">
      <dsp:nvSpPr>
        <dsp:cNvPr id="0" name=""/>
        <dsp:cNvSpPr/>
      </dsp:nvSpPr>
      <dsp:spPr>
        <a:xfrm>
          <a:off x="6450" y="4214900"/>
          <a:ext cx="1482832" cy="88969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660" tIns="76269" rIns="72660" bIns="76269" numCol="1" spcCol="1270" anchor="ctr" anchorCtr="0">
          <a:noAutofit/>
        </a:bodyPr>
        <a:lstStyle/>
        <a:p>
          <a:pPr marL="0" lvl="0" indent="0" algn="ctr" defTabSz="533400">
            <a:lnSpc>
              <a:spcPct val="90000"/>
            </a:lnSpc>
            <a:spcBef>
              <a:spcPct val="0"/>
            </a:spcBef>
            <a:spcAft>
              <a:spcPct val="35000"/>
            </a:spcAft>
            <a:buNone/>
          </a:pPr>
          <a:r>
            <a:rPr lang="tr-TR" sz="1200" b="1" kern="1200"/>
            <a:t>Aile ve Ata Kültü</a:t>
          </a:r>
          <a:endParaRPr lang="en-US" sz="1200" kern="1200"/>
        </a:p>
      </dsp:txBody>
      <dsp:txXfrm>
        <a:off x="6450" y="4214900"/>
        <a:ext cx="1482832" cy="889699"/>
      </dsp:txXfrm>
    </dsp:sp>
    <dsp:sp modelId="{8C2C502D-B8A6-4D5B-8717-DF6ABD2C95E5}">
      <dsp:nvSpPr>
        <dsp:cNvPr id="0" name=""/>
        <dsp:cNvSpPr/>
      </dsp:nvSpPr>
      <dsp:spPr>
        <a:xfrm>
          <a:off x="3311366" y="4614030"/>
          <a:ext cx="310451" cy="91440"/>
        </a:xfrm>
        <a:custGeom>
          <a:avLst/>
          <a:gdLst/>
          <a:ahLst/>
          <a:cxnLst/>
          <a:rect l="0" t="0" r="0" b="0"/>
          <a:pathLst>
            <a:path>
              <a:moveTo>
                <a:pt x="0" y="45720"/>
              </a:moveTo>
              <a:lnTo>
                <a:pt x="31045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458065" y="4658043"/>
        <a:ext cx="17052" cy="3413"/>
      </dsp:txXfrm>
    </dsp:sp>
    <dsp:sp modelId="{03BF90A2-74E8-45FC-B061-B7BEADF936AD}">
      <dsp:nvSpPr>
        <dsp:cNvPr id="0" name=""/>
        <dsp:cNvSpPr/>
      </dsp:nvSpPr>
      <dsp:spPr>
        <a:xfrm>
          <a:off x="1830333" y="4214900"/>
          <a:ext cx="1482832" cy="88969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660" tIns="76269" rIns="72660" bIns="76269" numCol="1" spcCol="1270" anchor="ctr" anchorCtr="0">
          <a:noAutofit/>
        </a:bodyPr>
        <a:lstStyle/>
        <a:p>
          <a:pPr marL="0" lvl="0" indent="0" algn="ctr" defTabSz="533400">
            <a:lnSpc>
              <a:spcPct val="90000"/>
            </a:lnSpc>
            <a:spcBef>
              <a:spcPct val="0"/>
            </a:spcBef>
            <a:spcAft>
              <a:spcPct val="35000"/>
            </a:spcAft>
            <a:buNone/>
          </a:pPr>
          <a:r>
            <a:rPr lang="tr-TR" sz="1200" kern="1200" dirty="0"/>
            <a:t>Aile toplumun temelidir; çocukların ebeveynlere ve atalara gösterdiği saygı (</a:t>
          </a:r>
          <a:r>
            <a:rPr lang="tr-TR" sz="1200" kern="1200" dirty="0" err="1"/>
            <a:t>filial</a:t>
          </a:r>
          <a:r>
            <a:rPr lang="tr-TR" sz="1200" kern="1200" dirty="0"/>
            <a:t> </a:t>
          </a:r>
          <a:r>
            <a:rPr lang="tr-TR" sz="1200" kern="1200" dirty="0" err="1"/>
            <a:t>piety</a:t>
          </a:r>
          <a:r>
            <a:rPr lang="tr-TR" sz="1200" kern="1200" dirty="0"/>
            <a:t>) toplumsal sürekliliği destekler.</a:t>
          </a:r>
          <a:endParaRPr lang="en-US" sz="1200" kern="1200" dirty="0"/>
        </a:p>
      </dsp:txBody>
      <dsp:txXfrm>
        <a:off x="1830333" y="4214900"/>
        <a:ext cx="1482832" cy="889699"/>
      </dsp:txXfrm>
    </dsp:sp>
    <dsp:sp modelId="{07D01CF1-62C7-43BF-B2D0-C2E197821267}">
      <dsp:nvSpPr>
        <dsp:cNvPr id="0" name=""/>
        <dsp:cNvSpPr/>
      </dsp:nvSpPr>
      <dsp:spPr>
        <a:xfrm>
          <a:off x="747866" y="5102800"/>
          <a:ext cx="3647766" cy="310451"/>
        </a:xfrm>
        <a:custGeom>
          <a:avLst/>
          <a:gdLst/>
          <a:ahLst/>
          <a:cxnLst/>
          <a:rect l="0" t="0" r="0" b="0"/>
          <a:pathLst>
            <a:path>
              <a:moveTo>
                <a:pt x="3647766" y="0"/>
              </a:moveTo>
              <a:lnTo>
                <a:pt x="3647766" y="172325"/>
              </a:lnTo>
              <a:lnTo>
                <a:pt x="0" y="172325"/>
              </a:lnTo>
              <a:lnTo>
                <a:pt x="0" y="310451"/>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80158" y="5256318"/>
        <a:ext cx="183183" cy="3413"/>
      </dsp:txXfrm>
    </dsp:sp>
    <dsp:sp modelId="{13AEB406-6CA9-4DDF-AAB2-16757E783D44}">
      <dsp:nvSpPr>
        <dsp:cNvPr id="0" name=""/>
        <dsp:cNvSpPr/>
      </dsp:nvSpPr>
      <dsp:spPr>
        <a:xfrm>
          <a:off x="3654217" y="4214900"/>
          <a:ext cx="1482832" cy="88969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660" tIns="76269" rIns="72660" bIns="76269" numCol="1" spcCol="1270" anchor="ctr" anchorCtr="0">
          <a:noAutofit/>
        </a:bodyPr>
        <a:lstStyle/>
        <a:p>
          <a:pPr marL="0" lvl="0" indent="0" algn="ctr" defTabSz="533400">
            <a:lnSpc>
              <a:spcPct val="90000"/>
            </a:lnSpc>
            <a:spcBef>
              <a:spcPct val="0"/>
            </a:spcBef>
            <a:spcAft>
              <a:spcPct val="35000"/>
            </a:spcAft>
            <a:buNone/>
          </a:pPr>
          <a:r>
            <a:rPr lang="tr-TR" sz="1200" b="1" kern="1200"/>
            <a:t>Analektler</a:t>
          </a:r>
          <a:endParaRPr lang="en-US" sz="1200" kern="1200"/>
        </a:p>
      </dsp:txBody>
      <dsp:txXfrm>
        <a:off x="3654217" y="4214900"/>
        <a:ext cx="1482832" cy="889699"/>
      </dsp:txXfrm>
    </dsp:sp>
    <dsp:sp modelId="{DDF9F7D6-368F-4C8E-BE13-A4B59BD765D5}">
      <dsp:nvSpPr>
        <dsp:cNvPr id="0" name=""/>
        <dsp:cNvSpPr/>
      </dsp:nvSpPr>
      <dsp:spPr>
        <a:xfrm>
          <a:off x="1487482" y="5844781"/>
          <a:ext cx="310451" cy="91440"/>
        </a:xfrm>
        <a:custGeom>
          <a:avLst/>
          <a:gdLst/>
          <a:ahLst/>
          <a:cxnLst/>
          <a:rect l="0" t="0" r="0" b="0"/>
          <a:pathLst>
            <a:path>
              <a:moveTo>
                <a:pt x="0" y="45720"/>
              </a:moveTo>
              <a:lnTo>
                <a:pt x="31045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34182" y="5888794"/>
        <a:ext cx="17052" cy="3413"/>
      </dsp:txXfrm>
    </dsp:sp>
    <dsp:sp modelId="{489C9A66-2B4A-406A-9D47-0E269AE62920}">
      <dsp:nvSpPr>
        <dsp:cNvPr id="0" name=""/>
        <dsp:cNvSpPr/>
      </dsp:nvSpPr>
      <dsp:spPr>
        <a:xfrm>
          <a:off x="6450" y="5445651"/>
          <a:ext cx="1482832" cy="88969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660" tIns="76269" rIns="72660" bIns="76269" numCol="1" spcCol="1270" anchor="ctr" anchorCtr="0">
          <a:noAutofit/>
        </a:bodyPr>
        <a:lstStyle/>
        <a:p>
          <a:pPr marL="0" lvl="0" indent="0" algn="ctr" defTabSz="533400">
            <a:lnSpc>
              <a:spcPct val="90000"/>
            </a:lnSpc>
            <a:spcBef>
              <a:spcPct val="0"/>
            </a:spcBef>
            <a:spcAft>
              <a:spcPct val="35000"/>
            </a:spcAft>
            <a:buNone/>
          </a:pPr>
          <a:r>
            <a:rPr lang="tr-TR" sz="1200" kern="1200"/>
            <a:t>Analektler (Lunyu), Konfüçyüs'ün söz ve öğretilerini derleyen temel kaynaktır ve ahlak ile liderlik ilkelerini aktarır.</a:t>
          </a:r>
          <a:endParaRPr lang="en-US" sz="1200" kern="1200"/>
        </a:p>
      </dsp:txBody>
      <dsp:txXfrm>
        <a:off x="6450" y="5445651"/>
        <a:ext cx="1482832" cy="889699"/>
      </dsp:txXfrm>
    </dsp:sp>
    <dsp:sp modelId="{47996AC3-1216-4DB4-A236-4767B59BA540}">
      <dsp:nvSpPr>
        <dsp:cNvPr id="0" name=""/>
        <dsp:cNvSpPr/>
      </dsp:nvSpPr>
      <dsp:spPr>
        <a:xfrm>
          <a:off x="3311366" y="5844781"/>
          <a:ext cx="310451" cy="91440"/>
        </a:xfrm>
        <a:custGeom>
          <a:avLst/>
          <a:gdLst/>
          <a:ahLst/>
          <a:cxnLst/>
          <a:rect l="0" t="0" r="0" b="0"/>
          <a:pathLst>
            <a:path>
              <a:moveTo>
                <a:pt x="0" y="45720"/>
              </a:moveTo>
              <a:lnTo>
                <a:pt x="31045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458065" y="5888794"/>
        <a:ext cx="17052" cy="3413"/>
      </dsp:txXfrm>
    </dsp:sp>
    <dsp:sp modelId="{03FB87BA-709C-45DD-818F-49C5417E0870}">
      <dsp:nvSpPr>
        <dsp:cNvPr id="0" name=""/>
        <dsp:cNvSpPr/>
      </dsp:nvSpPr>
      <dsp:spPr>
        <a:xfrm>
          <a:off x="1830333" y="5445651"/>
          <a:ext cx="1482832" cy="88969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660" tIns="76269" rIns="72660" bIns="76269" numCol="1" spcCol="1270" anchor="ctr" anchorCtr="0">
          <a:noAutofit/>
        </a:bodyPr>
        <a:lstStyle/>
        <a:p>
          <a:pPr marL="0" lvl="0" indent="0" algn="ctr" defTabSz="533400">
            <a:lnSpc>
              <a:spcPct val="90000"/>
            </a:lnSpc>
            <a:spcBef>
              <a:spcPct val="0"/>
            </a:spcBef>
            <a:spcAft>
              <a:spcPct val="35000"/>
            </a:spcAft>
            <a:buNone/>
          </a:pPr>
          <a:r>
            <a:rPr lang="tr-TR" sz="1200" b="1" kern="1200"/>
            <a:t>Çin'deki Etkisi</a:t>
          </a:r>
          <a:endParaRPr lang="en-US" sz="1200" kern="1200"/>
        </a:p>
      </dsp:txBody>
      <dsp:txXfrm>
        <a:off x="1830333" y="5445651"/>
        <a:ext cx="1482832" cy="889699"/>
      </dsp:txXfrm>
    </dsp:sp>
    <dsp:sp modelId="{A7C0B75D-43E9-4649-8C81-CCB59F59690D}">
      <dsp:nvSpPr>
        <dsp:cNvPr id="0" name=""/>
        <dsp:cNvSpPr/>
      </dsp:nvSpPr>
      <dsp:spPr>
        <a:xfrm>
          <a:off x="3654217" y="5445651"/>
          <a:ext cx="1482832" cy="88969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660" tIns="76269" rIns="72660" bIns="76269" numCol="1" spcCol="1270" anchor="ctr" anchorCtr="0">
          <a:noAutofit/>
        </a:bodyPr>
        <a:lstStyle/>
        <a:p>
          <a:pPr marL="0" lvl="0" indent="0" algn="ctr" defTabSz="400050">
            <a:lnSpc>
              <a:spcPct val="90000"/>
            </a:lnSpc>
            <a:spcBef>
              <a:spcPct val="0"/>
            </a:spcBef>
            <a:spcAft>
              <a:spcPct val="35000"/>
            </a:spcAft>
            <a:buNone/>
          </a:pPr>
          <a:r>
            <a:rPr lang="tr-TR" sz="900" kern="1200" dirty="0"/>
            <a:t>Konfüçyüsçülük, imparatorluk döneminde eğitim, bürokrasi ve aile yapısını şekillendirerek Çin kültüründe kalıcı bir miras bıraktı.</a:t>
          </a:r>
          <a:endParaRPr lang="en-US" sz="900" kern="1200" dirty="0"/>
        </a:p>
      </dsp:txBody>
      <dsp:txXfrm>
        <a:off x="3654217" y="5445651"/>
        <a:ext cx="1482832" cy="88969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AF7D34-1106-4C92-945C-47D8DBDDDA26}">
      <dsp:nvSpPr>
        <dsp:cNvPr id="0" name=""/>
        <dsp:cNvSpPr/>
      </dsp:nvSpPr>
      <dsp:spPr>
        <a:xfrm>
          <a:off x="503799" y="138"/>
          <a:ext cx="1517123" cy="91027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a:t>Tao — Tanımlanamaz Yol</a:t>
          </a:r>
          <a:endParaRPr lang="en-US" sz="900" kern="1200"/>
        </a:p>
      </dsp:txBody>
      <dsp:txXfrm>
        <a:off x="503799" y="138"/>
        <a:ext cx="1517123" cy="910274"/>
      </dsp:txXfrm>
    </dsp:sp>
    <dsp:sp modelId="{A49E6A7B-92A6-479D-87EB-955E66ECD6EB}">
      <dsp:nvSpPr>
        <dsp:cNvPr id="0" name=""/>
        <dsp:cNvSpPr/>
      </dsp:nvSpPr>
      <dsp:spPr>
        <a:xfrm>
          <a:off x="2172636" y="138"/>
          <a:ext cx="1517123" cy="91027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a:t>Tao, her şeyin kaynağı olan ve kelimelerle tam anlatılamayan evrensel bir yoldur.</a:t>
          </a:r>
        </a:p>
      </dsp:txBody>
      <dsp:txXfrm>
        <a:off x="2172636" y="138"/>
        <a:ext cx="1517123" cy="910274"/>
      </dsp:txXfrm>
    </dsp:sp>
    <dsp:sp modelId="{A4AC37A5-A052-4574-A1AB-B733AA896460}">
      <dsp:nvSpPr>
        <dsp:cNvPr id="0" name=""/>
        <dsp:cNvSpPr/>
      </dsp:nvSpPr>
      <dsp:spPr>
        <a:xfrm>
          <a:off x="3841472" y="138"/>
          <a:ext cx="1517123" cy="91027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a:t>Wu Wei — Eylemsizlik</a:t>
          </a:r>
          <a:endParaRPr lang="en-US" sz="900" kern="1200"/>
        </a:p>
      </dsp:txBody>
      <dsp:txXfrm>
        <a:off x="3841472" y="138"/>
        <a:ext cx="1517123" cy="910274"/>
      </dsp:txXfrm>
    </dsp:sp>
    <dsp:sp modelId="{70182472-6461-4364-AECA-3FC7449FEF00}">
      <dsp:nvSpPr>
        <dsp:cNvPr id="0" name=""/>
        <dsp:cNvSpPr/>
      </dsp:nvSpPr>
      <dsp:spPr>
        <a:xfrm>
          <a:off x="503799" y="1062125"/>
          <a:ext cx="1517123" cy="91027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a:t>Wu Wei, pasiflik değil; doğanın akışıyla uyumlu, zorlamadan ve doğal olarak hareket etmektir.</a:t>
          </a:r>
        </a:p>
      </dsp:txBody>
      <dsp:txXfrm>
        <a:off x="503799" y="1062125"/>
        <a:ext cx="1517123" cy="910274"/>
      </dsp:txXfrm>
    </dsp:sp>
    <dsp:sp modelId="{BF3EF347-599F-479B-A3DD-3D244C3575F4}">
      <dsp:nvSpPr>
        <dsp:cNvPr id="0" name=""/>
        <dsp:cNvSpPr/>
      </dsp:nvSpPr>
      <dsp:spPr>
        <a:xfrm>
          <a:off x="2172636" y="1062125"/>
          <a:ext cx="1517123" cy="91027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a:t>Yin Yang</a:t>
          </a:r>
          <a:endParaRPr lang="en-US" sz="900" kern="1200"/>
        </a:p>
      </dsp:txBody>
      <dsp:txXfrm>
        <a:off x="2172636" y="1062125"/>
        <a:ext cx="1517123" cy="910274"/>
      </dsp:txXfrm>
    </dsp:sp>
    <dsp:sp modelId="{75C4D593-E506-4FAC-8809-021F64937847}">
      <dsp:nvSpPr>
        <dsp:cNvPr id="0" name=""/>
        <dsp:cNvSpPr/>
      </dsp:nvSpPr>
      <dsp:spPr>
        <a:xfrm>
          <a:off x="3841472" y="1062125"/>
          <a:ext cx="1517123" cy="91027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a:t>Zıt görünen güçler birbirini tamamlar ve uyum içinde dengeyi korur.</a:t>
          </a:r>
        </a:p>
      </dsp:txBody>
      <dsp:txXfrm>
        <a:off x="3841472" y="1062125"/>
        <a:ext cx="1517123" cy="910274"/>
      </dsp:txXfrm>
    </dsp:sp>
    <dsp:sp modelId="{795DA100-1FE1-46A2-A9B9-68EB92AF6408}">
      <dsp:nvSpPr>
        <dsp:cNvPr id="0" name=""/>
        <dsp:cNvSpPr/>
      </dsp:nvSpPr>
      <dsp:spPr>
        <a:xfrm>
          <a:off x="503799" y="2124112"/>
          <a:ext cx="1517123" cy="91027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a:t>Doğaya Dönüş</a:t>
          </a:r>
          <a:endParaRPr lang="en-US" sz="900" kern="1200"/>
        </a:p>
      </dsp:txBody>
      <dsp:txXfrm>
        <a:off x="503799" y="2124112"/>
        <a:ext cx="1517123" cy="910274"/>
      </dsp:txXfrm>
    </dsp:sp>
    <dsp:sp modelId="{91C5AE04-AC73-4B04-A8C7-F037503E1D44}">
      <dsp:nvSpPr>
        <dsp:cNvPr id="0" name=""/>
        <dsp:cNvSpPr/>
      </dsp:nvSpPr>
      <dsp:spPr>
        <a:xfrm>
          <a:off x="2172636" y="2124112"/>
          <a:ext cx="1517123" cy="91027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a:t>Taoizm sade, doğayla uyumlu bir yaşamı ve gösterişten kaçınmayı öğütler.</a:t>
          </a:r>
        </a:p>
      </dsp:txBody>
      <dsp:txXfrm>
        <a:off x="2172636" y="2124112"/>
        <a:ext cx="1517123" cy="910274"/>
      </dsp:txXfrm>
    </dsp:sp>
    <dsp:sp modelId="{FA41AA1A-0778-4EFC-951F-5BE657469035}">
      <dsp:nvSpPr>
        <dsp:cNvPr id="0" name=""/>
        <dsp:cNvSpPr/>
      </dsp:nvSpPr>
      <dsp:spPr>
        <a:xfrm>
          <a:off x="3841472" y="2124112"/>
          <a:ext cx="1517123" cy="91027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a:t>Taoizm vs Konfüçyüsçülük</a:t>
          </a:r>
          <a:endParaRPr lang="en-US" sz="900" kern="1200"/>
        </a:p>
      </dsp:txBody>
      <dsp:txXfrm>
        <a:off x="3841472" y="2124112"/>
        <a:ext cx="1517123" cy="910274"/>
      </dsp:txXfrm>
    </dsp:sp>
    <dsp:sp modelId="{F90303A9-1CB9-40D3-9405-7A429CFD2E0A}">
      <dsp:nvSpPr>
        <dsp:cNvPr id="0" name=""/>
        <dsp:cNvSpPr/>
      </dsp:nvSpPr>
      <dsp:spPr>
        <a:xfrm>
          <a:off x="503799" y="3186098"/>
          <a:ext cx="1517123" cy="91027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a:t>Taoizm bireysel uyum ve doğayı önceler; Konfüçyüsçülük ise ritüel, hiyerarşi ve toplumsal düzeni vurgular.</a:t>
          </a:r>
        </a:p>
      </dsp:txBody>
      <dsp:txXfrm>
        <a:off x="503799" y="3186098"/>
        <a:ext cx="1517123" cy="910274"/>
      </dsp:txXfrm>
    </dsp:sp>
    <dsp:sp modelId="{FC72F822-ABB0-42A8-A55A-2328F5D5F6A7}">
      <dsp:nvSpPr>
        <dsp:cNvPr id="0" name=""/>
        <dsp:cNvSpPr/>
      </dsp:nvSpPr>
      <dsp:spPr>
        <a:xfrm>
          <a:off x="2172636" y="3186098"/>
          <a:ext cx="1517123" cy="91027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a:t>Çin'deki Etkisi</a:t>
          </a:r>
          <a:endParaRPr lang="en-US" sz="900" kern="1200"/>
        </a:p>
      </dsp:txBody>
      <dsp:txXfrm>
        <a:off x="2172636" y="3186098"/>
        <a:ext cx="1517123" cy="910274"/>
      </dsp:txXfrm>
    </dsp:sp>
    <dsp:sp modelId="{0551FAEE-C49A-4E23-B785-402587FB0106}">
      <dsp:nvSpPr>
        <dsp:cNvPr id="0" name=""/>
        <dsp:cNvSpPr/>
      </dsp:nvSpPr>
      <dsp:spPr>
        <a:xfrm>
          <a:off x="3841472" y="3186098"/>
          <a:ext cx="1517123" cy="91027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kern="1200"/>
            <a:t>Taoizm felsefe, tıp, sanat ve halk dini üzerinde derin izler bırakarak hem düşünsel hem pratik bir miras oluşturmuştur.</a:t>
          </a:r>
        </a:p>
      </dsp:txBody>
      <dsp:txXfrm>
        <a:off x="3841472" y="3186098"/>
        <a:ext cx="1517123" cy="91027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8E4942-C0B8-4FB1-9967-E021B1D0F775}">
      <dsp:nvSpPr>
        <dsp:cNvPr id="0" name=""/>
        <dsp:cNvSpPr/>
      </dsp:nvSpPr>
      <dsp:spPr>
        <a:xfrm>
          <a:off x="-9825" y="907731"/>
          <a:ext cx="2906817" cy="184582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A3E6B5D-F060-4775-8A71-27ABCB8C94B1}">
      <dsp:nvSpPr>
        <dsp:cNvPr id="0" name=""/>
        <dsp:cNvSpPr/>
      </dsp:nvSpPr>
      <dsp:spPr>
        <a:xfrm>
          <a:off x="313154" y="1214561"/>
          <a:ext cx="2906817" cy="184582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tr-TR" sz="1800" b="1" kern="1200"/>
            <a:t>Kaynakçalar</a:t>
          </a:r>
          <a:endParaRPr lang="en-US" sz="1800" kern="1200"/>
        </a:p>
      </dsp:txBody>
      <dsp:txXfrm>
        <a:off x="367216" y="1268623"/>
        <a:ext cx="2798693" cy="1737704"/>
      </dsp:txXfrm>
    </dsp:sp>
    <dsp:sp modelId="{530DFAD7-7550-402E-A817-DA238A26605B}">
      <dsp:nvSpPr>
        <dsp:cNvPr id="0" name=""/>
        <dsp:cNvSpPr/>
      </dsp:nvSpPr>
      <dsp:spPr>
        <a:xfrm>
          <a:off x="3552776" y="956885"/>
          <a:ext cx="2906817" cy="184582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A2BBBC2-D852-4E17-9741-2C06C4FEB49A}">
      <dsp:nvSpPr>
        <dsp:cNvPr id="0" name=""/>
        <dsp:cNvSpPr/>
      </dsp:nvSpPr>
      <dsp:spPr>
        <a:xfrm>
          <a:off x="3875756" y="1263716"/>
          <a:ext cx="2906817" cy="184582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tr-TR" sz="1800" kern="1200"/>
            <a:t>Milli Eğitim Bakanlığı (MEB). (2023). Din Kültürü ve Ahlak Bilgisi Ders Kitabı - 12. Sınıf. Ankara: MEB Yayınları.</a:t>
          </a:r>
          <a:endParaRPr lang="en-US" sz="1800" kern="1200"/>
        </a:p>
      </dsp:txBody>
      <dsp:txXfrm>
        <a:off x="3929818" y="1317778"/>
        <a:ext cx="2798693" cy="1737704"/>
      </dsp:txXfrm>
    </dsp:sp>
    <dsp:sp modelId="{199A695F-A362-4AD3-A850-9B8AFFD791D9}">
      <dsp:nvSpPr>
        <dsp:cNvPr id="0" name=""/>
        <dsp:cNvSpPr/>
      </dsp:nvSpPr>
      <dsp:spPr>
        <a:xfrm>
          <a:off x="7105553" y="956885"/>
          <a:ext cx="2906817" cy="184582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FF68D38-418E-4CF1-8305-0B99C0B5BF7D}">
      <dsp:nvSpPr>
        <dsp:cNvPr id="0" name=""/>
        <dsp:cNvSpPr/>
      </dsp:nvSpPr>
      <dsp:spPr>
        <a:xfrm>
          <a:off x="7428532" y="1263716"/>
          <a:ext cx="2906817" cy="184582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tr-TR" sz="1800" kern="1200"/>
            <a:t>Diyanet İşleri Başkanlığı. (2022). Dinler Tarihi ve Karşılaştırmalı Din Bilimi. Ankara: Diyanet Yayınları.</a:t>
          </a:r>
          <a:endParaRPr lang="en-US" sz="1800" kern="1200"/>
        </a:p>
      </dsp:txBody>
      <dsp:txXfrm>
        <a:off x="7482594" y="1317778"/>
        <a:ext cx="2798693" cy="1737704"/>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2/26/2026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62038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2/26/2026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14391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2/26/2026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581452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2/26/2026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35704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2/26/2026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183260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2/26/2026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681452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2/26/2026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626772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2/26/2026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869759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2/26/2026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034232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2/26/2026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53906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2/26/2026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342822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2/26/2026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146823200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89" r:id="rId6"/>
    <p:sldLayoutId id="2147483685" r:id="rId7"/>
    <p:sldLayoutId id="2147483686" r:id="rId8"/>
    <p:sldLayoutId id="2147483687" r:id="rId9"/>
    <p:sldLayoutId id="2147483688" r:id="rId10"/>
    <p:sldLayoutId id="2147483690"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17">
            <a:extLst>
              <a:ext uri="{FF2B5EF4-FFF2-40B4-BE49-F238E27FC236}">
                <a16:creationId xmlns:a16="http://schemas.microsoft.com/office/drawing/2014/main" id="{7A875D55-4A80-43E9-38F6-27E366493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Resim 8" descr="resim, tapınak, çiçek, ibadet yeri içeren bir resim&#10;&#10;Yapay zeka tarafından oluşturulmuş içerik yanlış olabilir.">
            <a:extLst>
              <a:ext uri="{FF2B5EF4-FFF2-40B4-BE49-F238E27FC236}">
                <a16:creationId xmlns:a16="http://schemas.microsoft.com/office/drawing/2014/main" id="{DB21D9D7-6E74-CE04-8EF5-B631624AE90E}"/>
              </a:ext>
            </a:extLst>
          </p:cNvPr>
          <p:cNvPicPr>
            <a:picLocks noChangeAspect="1"/>
          </p:cNvPicPr>
          <p:nvPr/>
        </p:nvPicPr>
        <p:blipFill>
          <a:blip r:embed="rId2">
            <a:alphaModFix amt="60000"/>
            <a:extLst>
              <a:ext uri="{28A0092B-C50C-407E-A947-70E740481C1C}">
                <a14:useLocalDpi xmlns:a14="http://schemas.microsoft.com/office/drawing/2010/main" val="0"/>
              </a:ext>
            </a:extLst>
          </a:blip>
          <a:srcRect t="52280" b="5533"/>
          <a:stretch>
            <a:fillRect/>
          </a:stretch>
        </p:blipFill>
        <p:spPr>
          <a:xfrm>
            <a:off x="0" y="1"/>
            <a:ext cx="12192000" cy="6857999"/>
          </a:xfrm>
          <a:prstGeom prst="rect">
            <a:avLst/>
          </a:prstGeom>
        </p:spPr>
      </p:pic>
      <p:sp>
        <p:nvSpPr>
          <p:cNvPr id="11" name="Metin kutusu 10">
            <a:extLst>
              <a:ext uri="{FF2B5EF4-FFF2-40B4-BE49-F238E27FC236}">
                <a16:creationId xmlns:a16="http://schemas.microsoft.com/office/drawing/2014/main" id="{85A132C8-E80E-9AC6-13E4-917141F2AA42}"/>
              </a:ext>
            </a:extLst>
          </p:cNvPr>
          <p:cNvSpPr txBox="1"/>
          <p:nvPr/>
        </p:nvSpPr>
        <p:spPr>
          <a:xfrm>
            <a:off x="2301923" y="1482602"/>
            <a:ext cx="7588155" cy="2236264"/>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5400" b="1">
                <a:solidFill>
                  <a:srgbClr val="FFFFFF"/>
                </a:solidFill>
                <a:latin typeface="+mj-lt"/>
                <a:ea typeface="+mj-ea"/>
                <a:cs typeface="+mj-cs"/>
              </a:rPr>
              <a:t>Çin Dinleri</a:t>
            </a:r>
          </a:p>
        </p:txBody>
      </p:sp>
      <p:sp>
        <p:nvSpPr>
          <p:cNvPr id="13" name="Metin kutusu 12">
            <a:extLst>
              <a:ext uri="{FF2B5EF4-FFF2-40B4-BE49-F238E27FC236}">
                <a16:creationId xmlns:a16="http://schemas.microsoft.com/office/drawing/2014/main" id="{63DD0A0E-08F3-613B-51E9-6A72488E19EC}"/>
              </a:ext>
            </a:extLst>
          </p:cNvPr>
          <p:cNvSpPr txBox="1"/>
          <p:nvPr/>
        </p:nvSpPr>
        <p:spPr>
          <a:xfrm>
            <a:off x="2301923" y="3793937"/>
            <a:ext cx="7588155" cy="1414091"/>
          </a:xfrm>
          <a:prstGeom prst="rect">
            <a:avLst/>
          </a:prstGeom>
        </p:spPr>
        <p:txBody>
          <a:bodyPr vert="horz" lIns="91440" tIns="45720" rIns="91440" bIns="45720" rtlCol="0">
            <a:normAutofit/>
          </a:bodyPr>
          <a:lstStyle/>
          <a:p>
            <a:pPr algn="ctr">
              <a:lnSpc>
                <a:spcPct val="120000"/>
              </a:lnSpc>
              <a:spcBef>
                <a:spcPts val="1000"/>
              </a:spcBef>
            </a:pPr>
            <a:r>
              <a:rPr lang="en-US" sz="2200">
                <a:solidFill>
                  <a:srgbClr val="FFFFFF"/>
                </a:solidFill>
              </a:rPr>
              <a:t>Hazırlayan: Esat Taha Polat - 195</a:t>
            </a:r>
          </a:p>
        </p:txBody>
      </p:sp>
    </p:spTree>
    <p:extLst>
      <p:ext uri="{BB962C8B-B14F-4D97-AF65-F5344CB8AC3E}">
        <p14:creationId xmlns:p14="http://schemas.microsoft.com/office/powerpoint/2010/main" val="52875765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descr="çizim, taslak, giyim, insan yüzü içeren bir resim&#10;&#10;Yapay zeka tarafından oluşturulmuş içerik yanlış olabilir.">
            <a:extLst>
              <a:ext uri="{FF2B5EF4-FFF2-40B4-BE49-F238E27FC236}">
                <a16:creationId xmlns:a16="http://schemas.microsoft.com/office/drawing/2014/main" id="{7DF3937B-7E84-E19A-4F96-3967B36020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5143500" cy="6858000"/>
          </a:xfrm>
          <a:prstGeom prst="rect">
            <a:avLst/>
          </a:prstGeom>
        </p:spPr>
      </p:pic>
      <p:graphicFrame>
        <p:nvGraphicFramePr>
          <p:cNvPr id="11" name="Metin kutusu 6">
            <a:extLst>
              <a:ext uri="{FF2B5EF4-FFF2-40B4-BE49-F238E27FC236}">
                <a16:creationId xmlns:a16="http://schemas.microsoft.com/office/drawing/2014/main" id="{B85E9310-B857-FCC1-56D1-34B49626DFE3}"/>
              </a:ext>
            </a:extLst>
          </p:cNvPr>
          <p:cNvGraphicFramePr/>
          <p:nvPr>
            <p:extLst>
              <p:ext uri="{D42A27DB-BD31-4B8C-83A1-F6EECF244321}">
                <p14:modId xmlns:p14="http://schemas.microsoft.com/office/powerpoint/2010/main" val="1473041057"/>
              </p:ext>
            </p:extLst>
          </p:nvPr>
        </p:nvGraphicFramePr>
        <p:xfrm>
          <a:off x="5474601" y="0"/>
          <a:ext cx="5143500" cy="685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87477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8E92277-D895-B25A-5106-EE3895892FE5}"/>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37B65277-82C6-6D08-6DCA-4A7DCC3B71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Metin kutusu 4">
            <a:extLst>
              <a:ext uri="{FF2B5EF4-FFF2-40B4-BE49-F238E27FC236}">
                <a16:creationId xmlns:a16="http://schemas.microsoft.com/office/drawing/2014/main" id="{6C1BD98E-604A-CD1D-106C-3BEB8F8D5A9F}"/>
              </a:ext>
            </a:extLst>
          </p:cNvPr>
          <p:cNvSpPr txBox="1"/>
          <p:nvPr/>
        </p:nvSpPr>
        <p:spPr>
          <a:xfrm>
            <a:off x="612648" y="603504"/>
            <a:ext cx="5862396" cy="1527048"/>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600" b="1" kern="1200">
                <a:solidFill>
                  <a:schemeClr val="tx1"/>
                </a:solidFill>
                <a:latin typeface="+mj-lt"/>
                <a:ea typeface="+mj-ea"/>
                <a:cs typeface="+mj-cs"/>
              </a:rPr>
              <a:t>Taoizm: Doğanın Yolu ve Evrensel Denge</a:t>
            </a:r>
          </a:p>
        </p:txBody>
      </p:sp>
      <p:pic>
        <p:nvPicPr>
          <p:cNvPr id="7" name="Resim 6" descr="taslak, çizim, insan yüzü, kırpıntı çizim içeren bir resim&#10;&#10;Yapay zeka tarafından oluşturulmuş içerik yanlış olabilir.">
            <a:extLst>
              <a:ext uri="{FF2B5EF4-FFF2-40B4-BE49-F238E27FC236}">
                <a16:creationId xmlns:a16="http://schemas.microsoft.com/office/drawing/2014/main" id="{60C3148D-9F8D-9AE4-7046-E12B5AA243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87692" y="1010464"/>
            <a:ext cx="4681506" cy="2609938"/>
          </a:xfrm>
          <a:prstGeom prst="rect">
            <a:avLst/>
          </a:prstGeom>
        </p:spPr>
      </p:pic>
      <p:graphicFrame>
        <p:nvGraphicFramePr>
          <p:cNvPr id="26" name="Metin kutusu 8">
            <a:extLst>
              <a:ext uri="{FF2B5EF4-FFF2-40B4-BE49-F238E27FC236}">
                <a16:creationId xmlns:a16="http://schemas.microsoft.com/office/drawing/2014/main" id="{FF649024-904B-9F21-D91A-AA6A0DF2D5AB}"/>
              </a:ext>
            </a:extLst>
          </p:cNvPr>
          <p:cNvGraphicFramePr/>
          <p:nvPr/>
        </p:nvGraphicFramePr>
        <p:xfrm>
          <a:off x="612648" y="2212848"/>
          <a:ext cx="5862396" cy="40965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4" name="Metin kutusu 13">
            <a:extLst>
              <a:ext uri="{FF2B5EF4-FFF2-40B4-BE49-F238E27FC236}">
                <a16:creationId xmlns:a16="http://schemas.microsoft.com/office/drawing/2014/main" id="{B61F68C0-2CA2-192B-FA14-0FE6EFAE8EF4}"/>
              </a:ext>
            </a:extLst>
          </p:cNvPr>
          <p:cNvSpPr txBox="1"/>
          <p:nvPr/>
        </p:nvSpPr>
        <p:spPr>
          <a:xfrm>
            <a:off x="6867142" y="4943871"/>
            <a:ext cx="5122606" cy="1200329"/>
          </a:xfrm>
          <a:prstGeom prst="rect">
            <a:avLst/>
          </a:prstGeom>
          <a:noFill/>
        </p:spPr>
        <p:txBody>
          <a:bodyPr wrap="square">
            <a:spAutoFit/>
          </a:bodyPr>
          <a:lstStyle/>
          <a:p>
            <a:pPr>
              <a:buNone/>
            </a:pPr>
            <a:r>
              <a:rPr lang="tr-TR" b="1" dirty="0"/>
              <a:t>Kurucu: Lao </a:t>
            </a:r>
            <a:r>
              <a:rPr lang="tr-TR" b="1" dirty="0" err="1"/>
              <a:t>Zi</a:t>
            </a:r>
            <a:endParaRPr lang="tr-TR" b="1" dirty="0"/>
          </a:p>
          <a:p>
            <a:pPr>
              <a:buNone/>
            </a:pPr>
            <a:r>
              <a:rPr lang="tr-TR" dirty="0"/>
              <a:t>Lao </a:t>
            </a:r>
            <a:r>
              <a:rPr lang="tr-TR" dirty="0" err="1"/>
              <a:t>Zi</a:t>
            </a:r>
            <a:r>
              <a:rPr lang="tr-TR" dirty="0"/>
              <a:t>, geleneksel olarak Taoizm'in kurucusu olup Tao Te </a:t>
            </a:r>
            <a:r>
              <a:rPr lang="tr-TR" dirty="0" err="1"/>
              <a:t>Ching</a:t>
            </a:r>
            <a:r>
              <a:rPr lang="tr-TR" dirty="0"/>
              <a:t> ile doğaya ve sadeliğe vurgu yapmıştır.</a:t>
            </a:r>
          </a:p>
        </p:txBody>
      </p:sp>
    </p:spTree>
    <p:extLst>
      <p:ext uri="{BB962C8B-B14F-4D97-AF65-F5344CB8AC3E}">
        <p14:creationId xmlns:p14="http://schemas.microsoft.com/office/powerpoint/2010/main" val="19544790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8C73A-596D-E3D9-7B45-25BD8E6B6741}"/>
            </a:ext>
          </a:extLst>
        </p:cNvPr>
        <p:cNvGrpSpPr/>
        <p:nvPr/>
      </p:nvGrpSpPr>
      <p:grpSpPr>
        <a:xfrm>
          <a:off x="0" y="0"/>
          <a:ext cx="0" cy="0"/>
          <a:chOff x="0" y="0"/>
          <a:chExt cx="0" cy="0"/>
        </a:xfrm>
      </p:grpSpPr>
      <p:sp>
        <p:nvSpPr>
          <p:cNvPr id="3" name="Metin kutusu 2">
            <a:extLst>
              <a:ext uri="{FF2B5EF4-FFF2-40B4-BE49-F238E27FC236}">
                <a16:creationId xmlns:a16="http://schemas.microsoft.com/office/drawing/2014/main" id="{B3590597-2388-A58D-565B-E826F149AD9C}"/>
              </a:ext>
            </a:extLst>
          </p:cNvPr>
          <p:cNvSpPr txBox="1"/>
          <p:nvPr/>
        </p:nvSpPr>
        <p:spPr>
          <a:xfrm>
            <a:off x="648929" y="297115"/>
            <a:ext cx="6096000" cy="369332"/>
          </a:xfrm>
          <a:prstGeom prst="rect">
            <a:avLst/>
          </a:prstGeom>
          <a:noFill/>
        </p:spPr>
        <p:txBody>
          <a:bodyPr wrap="square">
            <a:spAutoFit/>
          </a:bodyPr>
          <a:lstStyle/>
          <a:p>
            <a:pPr>
              <a:buNone/>
            </a:pPr>
            <a:r>
              <a:rPr lang="tr-TR" b="1" dirty="0" err="1"/>
              <a:t>Yin</a:t>
            </a:r>
            <a:r>
              <a:rPr lang="tr-TR" b="1" dirty="0"/>
              <a:t> Yang: Zıtların Mükemmel Uyumu</a:t>
            </a:r>
          </a:p>
        </p:txBody>
      </p:sp>
      <p:sp>
        <p:nvSpPr>
          <p:cNvPr id="6" name="Metin kutusu 5">
            <a:extLst>
              <a:ext uri="{FF2B5EF4-FFF2-40B4-BE49-F238E27FC236}">
                <a16:creationId xmlns:a16="http://schemas.microsoft.com/office/drawing/2014/main" id="{F0C06265-C84E-E350-870F-A1A2036D83AA}"/>
              </a:ext>
            </a:extLst>
          </p:cNvPr>
          <p:cNvSpPr txBox="1"/>
          <p:nvPr/>
        </p:nvSpPr>
        <p:spPr>
          <a:xfrm>
            <a:off x="8466304" y="2432744"/>
            <a:ext cx="1868129" cy="1754326"/>
          </a:xfrm>
          <a:prstGeom prst="rect">
            <a:avLst/>
          </a:prstGeom>
          <a:noFill/>
        </p:spPr>
        <p:txBody>
          <a:bodyPr wrap="square">
            <a:spAutoFit/>
          </a:bodyPr>
          <a:lstStyle/>
          <a:p>
            <a:pPr>
              <a:buNone/>
            </a:pPr>
            <a:r>
              <a:rPr lang="tr-TR" b="1" dirty="0" err="1"/>
              <a:t>Yin</a:t>
            </a:r>
            <a:endParaRPr lang="tr-TR" b="1" dirty="0"/>
          </a:p>
          <a:p>
            <a:pPr>
              <a:buNone/>
            </a:pPr>
            <a:r>
              <a:rPr lang="tr-TR" dirty="0"/>
              <a:t>Karanlık, pasif ve dişil yönü; dinlenme ve içe dönüklükle ilişkilidir.</a:t>
            </a:r>
          </a:p>
        </p:txBody>
      </p:sp>
      <p:sp>
        <p:nvSpPr>
          <p:cNvPr id="8" name="Metin kutusu 7">
            <a:extLst>
              <a:ext uri="{FF2B5EF4-FFF2-40B4-BE49-F238E27FC236}">
                <a16:creationId xmlns:a16="http://schemas.microsoft.com/office/drawing/2014/main" id="{2E81CF7E-08CE-6898-9D0C-AAE167565CA3}"/>
              </a:ext>
            </a:extLst>
          </p:cNvPr>
          <p:cNvSpPr txBox="1"/>
          <p:nvPr/>
        </p:nvSpPr>
        <p:spPr>
          <a:xfrm>
            <a:off x="1857567" y="2432744"/>
            <a:ext cx="1818969" cy="1754326"/>
          </a:xfrm>
          <a:prstGeom prst="rect">
            <a:avLst/>
          </a:prstGeom>
          <a:noFill/>
        </p:spPr>
        <p:txBody>
          <a:bodyPr wrap="square">
            <a:spAutoFit/>
          </a:bodyPr>
          <a:lstStyle/>
          <a:p>
            <a:pPr>
              <a:buNone/>
            </a:pPr>
            <a:r>
              <a:rPr lang="tr-TR" b="1" dirty="0"/>
              <a:t>Yang</a:t>
            </a:r>
          </a:p>
          <a:p>
            <a:pPr>
              <a:buNone/>
            </a:pPr>
            <a:r>
              <a:rPr lang="tr-TR" dirty="0"/>
              <a:t>Aydınlık, aktif ve eril yönü; hareket ve dışa dönük enerjiyle ilişkilidir.</a:t>
            </a:r>
          </a:p>
        </p:txBody>
      </p:sp>
      <p:sp>
        <p:nvSpPr>
          <p:cNvPr id="10" name="Metin kutusu 9">
            <a:extLst>
              <a:ext uri="{FF2B5EF4-FFF2-40B4-BE49-F238E27FC236}">
                <a16:creationId xmlns:a16="http://schemas.microsoft.com/office/drawing/2014/main" id="{8FBF6358-FE1E-AD90-E07A-281D891BD002}"/>
              </a:ext>
            </a:extLst>
          </p:cNvPr>
          <p:cNvSpPr txBox="1"/>
          <p:nvPr/>
        </p:nvSpPr>
        <p:spPr>
          <a:xfrm>
            <a:off x="3048000" y="5176233"/>
            <a:ext cx="6096000" cy="923330"/>
          </a:xfrm>
          <a:prstGeom prst="rect">
            <a:avLst/>
          </a:prstGeom>
          <a:noFill/>
        </p:spPr>
        <p:txBody>
          <a:bodyPr wrap="square">
            <a:spAutoFit/>
          </a:bodyPr>
          <a:lstStyle/>
          <a:p>
            <a:pPr>
              <a:buNone/>
            </a:pPr>
            <a:r>
              <a:rPr lang="tr-TR" b="1" dirty="0"/>
              <a:t>Denge</a:t>
            </a:r>
          </a:p>
          <a:p>
            <a:pPr>
              <a:buNone/>
            </a:pPr>
            <a:r>
              <a:rPr lang="tr-TR" dirty="0" err="1"/>
              <a:t>Yin</a:t>
            </a:r>
            <a:r>
              <a:rPr lang="tr-TR" dirty="0"/>
              <a:t> ve Yang birbirini tamamlar; her biri içinde diğerinin izini taşır ve sürekli dönüşümle dengede kalır.</a:t>
            </a:r>
          </a:p>
        </p:txBody>
      </p:sp>
      <p:pic>
        <p:nvPicPr>
          <p:cNvPr id="12" name="Resim 11" descr="iç mekan içeren bir resim&#10;&#10;Yapay zeka tarafından oluşturulmuş içerik yanlış olabilir.">
            <a:extLst>
              <a:ext uri="{FF2B5EF4-FFF2-40B4-BE49-F238E27FC236}">
                <a16:creationId xmlns:a16="http://schemas.microsoft.com/office/drawing/2014/main" id="{89FE23BE-5E7F-8D0A-7566-474DCD3E7D7C}"/>
              </a:ext>
            </a:extLst>
          </p:cNvPr>
          <p:cNvPicPr>
            <a:picLocks noChangeAspect="1"/>
          </p:cNvPicPr>
          <p:nvPr/>
        </p:nvPicPr>
        <p:blipFill>
          <a:blip r:embed="rId2"/>
          <a:stretch>
            <a:fillRect/>
          </a:stretch>
        </p:blipFill>
        <p:spPr>
          <a:xfrm>
            <a:off x="4684705" y="1819036"/>
            <a:ext cx="3038899" cy="2981741"/>
          </a:xfrm>
          <a:prstGeom prst="rect">
            <a:avLst/>
          </a:prstGeom>
        </p:spPr>
      </p:pic>
    </p:spTree>
    <p:extLst>
      <p:ext uri="{BB962C8B-B14F-4D97-AF65-F5344CB8AC3E}">
        <p14:creationId xmlns:p14="http://schemas.microsoft.com/office/powerpoint/2010/main" val="16219482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FD92A4-6E6E-EA44-AA19-FCF92554DBC6}"/>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1A22726-DA03-BCB0-F12E-98258FB7E5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Metin kutusu 2">
            <a:extLst>
              <a:ext uri="{FF2B5EF4-FFF2-40B4-BE49-F238E27FC236}">
                <a16:creationId xmlns:a16="http://schemas.microsoft.com/office/drawing/2014/main" id="{B1DC857D-6F16-4496-03CC-87DE3B87046D}"/>
              </a:ext>
            </a:extLst>
          </p:cNvPr>
          <p:cNvGraphicFramePr/>
          <p:nvPr>
            <p:extLst>
              <p:ext uri="{D42A27DB-BD31-4B8C-83A1-F6EECF244321}">
                <p14:modId xmlns:p14="http://schemas.microsoft.com/office/powerpoint/2010/main" val="2885099740"/>
              </p:ext>
            </p:extLst>
          </p:nvPr>
        </p:nvGraphicFramePr>
        <p:xfrm>
          <a:off x="930876" y="2037806"/>
          <a:ext cx="10335350" cy="40664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622754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7">
            <a:extLst>
              <a:ext uri="{FF2B5EF4-FFF2-40B4-BE49-F238E27FC236}">
                <a16:creationId xmlns:a16="http://schemas.microsoft.com/office/drawing/2014/main" id="{310135D4-D3A1-4556-B91B-4A12069D4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3" descr="bir sarı soru işareti içeren 3B siyah soru işaretleri">
            <a:extLst>
              <a:ext uri="{FF2B5EF4-FFF2-40B4-BE49-F238E27FC236}">
                <a16:creationId xmlns:a16="http://schemas.microsoft.com/office/drawing/2014/main" id="{9AE8A6C6-02B2-6E74-3848-8A3B91DEB2AB}"/>
              </a:ext>
            </a:extLst>
          </p:cNvPr>
          <p:cNvPicPr>
            <a:picLocks noChangeAspect="1"/>
          </p:cNvPicPr>
          <p:nvPr/>
        </p:nvPicPr>
        <p:blipFill>
          <a:blip r:embed="rId2"/>
          <a:srcRect l="7432" r="27680" b="1"/>
          <a:stretch>
            <a:fillRect/>
          </a:stretch>
        </p:blipFill>
        <p:spPr>
          <a:xfrm>
            <a:off x="20" y="-1"/>
            <a:ext cx="12191980" cy="6858001"/>
          </a:xfrm>
          <a:prstGeom prst="rect">
            <a:avLst/>
          </a:prstGeom>
        </p:spPr>
      </p:pic>
      <p:sp>
        <p:nvSpPr>
          <p:cNvPr id="14" name="Rectangle 9">
            <a:extLst>
              <a:ext uri="{FF2B5EF4-FFF2-40B4-BE49-F238E27FC236}">
                <a16:creationId xmlns:a16="http://schemas.microsoft.com/office/drawing/2014/main" id="{A9CCD9CD-49AE-3D3E-923B-81ECD3FBF7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2015" y="-752015"/>
            <a:ext cx="6858000" cy="8362030"/>
          </a:xfrm>
          <a:prstGeom prst="rect">
            <a:avLst/>
          </a:prstGeom>
          <a:gradFill>
            <a:gsLst>
              <a:gs pos="0">
                <a:srgbClr val="000000">
                  <a:alpha val="0"/>
                </a:srgbClr>
              </a:gs>
              <a:gs pos="55000">
                <a:srgbClr val="000000">
                  <a:alpha val="50000"/>
                </a:srgbClr>
              </a:gs>
              <a:gs pos="100000">
                <a:srgbClr val="000000">
                  <a:alpha val="6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Başlık 1">
            <a:extLst>
              <a:ext uri="{FF2B5EF4-FFF2-40B4-BE49-F238E27FC236}">
                <a16:creationId xmlns:a16="http://schemas.microsoft.com/office/drawing/2014/main" id="{B5D4DB2A-35C4-8050-CD96-C740F5EBA269}"/>
              </a:ext>
            </a:extLst>
          </p:cNvPr>
          <p:cNvSpPr>
            <a:spLocks noGrp="1"/>
          </p:cNvSpPr>
          <p:nvPr>
            <p:ph type="title"/>
          </p:nvPr>
        </p:nvSpPr>
        <p:spPr>
          <a:xfrm>
            <a:off x="626918" y="3429000"/>
            <a:ext cx="4506064" cy="1888742"/>
          </a:xfrm>
        </p:spPr>
        <p:txBody>
          <a:bodyPr vert="horz" lIns="91440" tIns="45720" rIns="91440" bIns="45720" rtlCol="0" anchor="b">
            <a:normAutofit/>
          </a:bodyPr>
          <a:lstStyle/>
          <a:p>
            <a:r>
              <a:rPr lang="en-US" sz="4000" dirty="0">
                <a:solidFill>
                  <a:srgbClr val="FFFFFF"/>
                </a:solidFill>
              </a:rPr>
              <a:t>SORULAR </a:t>
            </a:r>
          </a:p>
        </p:txBody>
      </p:sp>
    </p:spTree>
    <p:extLst>
      <p:ext uri="{BB962C8B-B14F-4D97-AF65-F5344CB8AC3E}">
        <p14:creationId xmlns:p14="http://schemas.microsoft.com/office/powerpoint/2010/main" val="162511748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etin kutusu 6">
            <a:extLst>
              <a:ext uri="{FF2B5EF4-FFF2-40B4-BE49-F238E27FC236}">
                <a16:creationId xmlns:a16="http://schemas.microsoft.com/office/drawing/2014/main" id="{FFA54E29-1B41-F4F4-692D-173FFBDFB33F}"/>
              </a:ext>
            </a:extLst>
          </p:cNvPr>
          <p:cNvSpPr txBox="1"/>
          <p:nvPr/>
        </p:nvSpPr>
        <p:spPr>
          <a:xfrm>
            <a:off x="68826" y="250241"/>
            <a:ext cx="6096000" cy="2585323"/>
          </a:xfrm>
          <a:prstGeom prst="rect">
            <a:avLst/>
          </a:prstGeom>
          <a:noFill/>
        </p:spPr>
        <p:txBody>
          <a:bodyPr wrap="square">
            <a:spAutoFit/>
          </a:bodyPr>
          <a:lstStyle/>
          <a:p>
            <a:pPr marL="342900" indent="-342900">
              <a:buAutoNum type="arabicPeriod"/>
            </a:pPr>
            <a:r>
              <a:rPr lang="tr-TR" dirty="0"/>
              <a:t>Kutsal kitabı, inanç doktrinleri ve belirli ritüelleri olan sistemsel bir dinden ziyade, Hint alt kıtasında yaşayan toplulukların ortak değerlerini, sahip oldukları inançları bir araya getiren çatı bir din görünümündedir. Bu parçada sözü edilen din aşağıdakilerden hangisidir? </a:t>
            </a:r>
          </a:p>
          <a:p>
            <a:pPr marL="342900" indent="-342900">
              <a:buAutoNum type="arabicPeriod"/>
            </a:pPr>
            <a:r>
              <a:rPr lang="tr-TR" dirty="0"/>
              <a:t>A) Budizm B) Hinduizm </a:t>
            </a:r>
          </a:p>
          <a:p>
            <a:pPr marL="342900" indent="-342900">
              <a:buAutoNum type="arabicPeriod"/>
            </a:pPr>
            <a:r>
              <a:rPr lang="tr-TR" dirty="0"/>
              <a:t>C) Taoizm D) </a:t>
            </a:r>
            <a:r>
              <a:rPr lang="tr-TR" dirty="0" err="1"/>
              <a:t>Cayinizm</a:t>
            </a:r>
            <a:r>
              <a:rPr lang="tr-TR" dirty="0"/>
              <a:t> </a:t>
            </a:r>
          </a:p>
          <a:p>
            <a:pPr marL="342900" indent="-342900">
              <a:buAutoNum type="arabicPeriod"/>
            </a:pPr>
            <a:r>
              <a:rPr lang="tr-TR" dirty="0"/>
              <a:t>E) Şamanizm</a:t>
            </a:r>
          </a:p>
        </p:txBody>
      </p:sp>
      <p:sp>
        <p:nvSpPr>
          <p:cNvPr id="9" name="Metin kutusu 8">
            <a:extLst>
              <a:ext uri="{FF2B5EF4-FFF2-40B4-BE49-F238E27FC236}">
                <a16:creationId xmlns:a16="http://schemas.microsoft.com/office/drawing/2014/main" id="{7226D093-6D67-C6DF-D2C7-01444AFB064F}"/>
              </a:ext>
            </a:extLst>
          </p:cNvPr>
          <p:cNvSpPr txBox="1"/>
          <p:nvPr/>
        </p:nvSpPr>
        <p:spPr>
          <a:xfrm>
            <a:off x="68826" y="4022436"/>
            <a:ext cx="5220929" cy="2585323"/>
          </a:xfrm>
          <a:prstGeom prst="rect">
            <a:avLst/>
          </a:prstGeom>
          <a:noFill/>
        </p:spPr>
        <p:txBody>
          <a:bodyPr wrap="square">
            <a:spAutoFit/>
          </a:bodyPr>
          <a:lstStyle/>
          <a:p>
            <a:r>
              <a:rPr lang="tr-TR" dirty="0"/>
              <a:t>2. Hinduizm ile ilgili aşağıdakilerden hangisi yanlıştır? </a:t>
            </a:r>
          </a:p>
          <a:p>
            <a:pPr marL="342900" indent="-342900">
              <a:buAutoNum type="alphaUcParenR"/>
            </a:pPr>
            <a:r>
              <a:rPr lang="tr-TR" dirty="0"/>
              <a:t>Kurban için büyükbaş hayvan seçilir. </a:t>
            </a:r>
          </a:p>
          <a:p>
            <a:pPr marL="342900" indent="-342900">
              <a:buAutoNum type="alphaUcParenR"/>
            </a:pPr>
            <a:r>
              <a:rPr lang="tr-TR" dirty="0"/>
              <a:t> İbadet temelde bireysel bir faaliyettir. </a:t>
            </a:r>
          </a:p>
          <a:p>
            <a:pPr marL="342900" indent="-342900">
              <a:buAutoNum type="alphaUcParenR"/>
            </a:pPr>
            <a:r>
              <a:rPr lang="tr-TR" dirty="0"/>
              <a:t> Ruhun ölümsüz olduğuna inancı benimsenir. </a:t>
            </a:r>
          </a:p>
          <a:p>
            <a:pPr marL="342900" indent="-342900">
              <a:buAutoNum type="alphaUcParenR"/>
            </a:pPr>
            <a:r>
              <a:rPr lang="tr-TR" dirty="0"/>
              <a:t> Yaşayan kadim dinlerin önde gelenlerinden biridir. </a:t>
            </a:r>
          </a:p>
          <a:p>
            <a:pPr marL="342900" indent="-342900">
              <a:buAutoNum type="alphaUcParenR"/>
            </a:pPr>
            <a:r>
              <a:rPr lang="tr-TR" dirty="0"/>
              <a:t>Tanrıların sayısını tam olarak bilmek mümkün değildir</a:t>
            </a:r>
          </a:p>
        </p:txBody>
      </p:sp>
      <p:sp>
        <p:nvSpPr>
          <p:cNvPr id="11" name="Metin kutusu 10">
            <a:extLst>
              <a:ext uri="{FF2B5EF4-FFF2-40B4-BE49-F238E27FC236}">
                <a16:creationId xmlns:a16="http://schemas.microsoft.com/office/drawing/2014/main" id="{8EB338D0-6F70-E7C6-820B-12CA5A0417F0}"/>
              </a:ext>
            </a:extLst>
          </p:cNvPr>
          <p:cNvSpPr txBox="1"/>
          <p:nvPr/>
        </p:nvSpPr>
        <p:spPr>
          <a:xfrm>
            <a:off x="6164826" y="411711"/>
            <a:ext cx="6120580" cy="1569660"/>
          </a:xfrm>
          <a:prstGeom prst="rect">
            <a:avLst/>
          </a:prstGeom>
          <a:noFill/>
        </p:spPr>
        <p:txBody>
          <a:bodyPr wrap="square">
            <a:spAutoFit/>
          </a:bodyPr>
          <a:lstStyle/>
          <a:p>
            <a:r>
              <a:rPr lang="tr-TR" sz="1600" dirty="0"/>
              <a:t>3. Kast sistemini oluşturan sınıflar ile ilgili; </a:t>
            </a:r>
          </a:p>
          <a:p>
            <a:r>
              <a:rPr lang="tr-TR" sz="1600" dirty="0"/>
              <a:t>I. </a:t>
            </a:r>
            <a:r>
              <a:rPr lang="tr-TR" sz="1600" dirty="0" err="1"/>
              <a:t>vaisyalar</a:t>
            </a:r>
            <a:r>
              <a:rPr lang="tr-TR" sz="1600" dirty="0"/>
              <a:t> - çiftçiler ve esnaflar, </a:t>
            </a:r>
          </a:p>
          <a:p>
            <a:r>
              <a:rPr lang="tr-TR" sz="1600" dirty="0"/>
              <a:t>II. </a:t>
            </a:r>
            <a:r>
              <a:rPr lang="tr-TR" sz="1600" dirty="0" err="1"/>
              <a:t>sudralar</a:t>
            </a:r>
            <a:r>
              <a:rPr lang="tr-TR" sz="1600" dirty="0"/>
              <a:t> - Nirvana’ya ulaşmış olanlar, </a:t>
            </a:r>
          </a:p>
          <a:p>
            <a:r>
              <a:rPr lang="tr-TR" sz="1600" dirty="0"/>
              <a:t>III. </a:t>
            </a:r>
            <a:r>
              <a:rPr lang="tr-TR" sz="1600" dirty="0" err="1"/>
              <a:t>kşatriyalar</a:t>
            </a:r>
            <a:r>
              <a:rPr lang="tr-TR" sz="1600" dirty="0"/>
              <a:t> - hükümdar ailesi ve askerler eşleştirmelerinden hangileri doğrudur? </a:t>
            </a:r>
          </a:p>
          <a:p>
            <a:r>
              <a:rPr lang="tr-TR" sz="1600" dirty="0"/>
              <a:t>A) Yalnız I B) Yalnız II C) I ve III D) II ve III E) I, II ve III</a:t>
            </a:r>
          </a:p>
        </p:txBody>
      </p:sp>
      <p:sp>
        <p:nvSpPr>
          <p:cNvPr id="13" name="Metin kutusu 12">
            <a:extLst>
              <a:ext uri="{FF2B5EF4-FFF2-40B4-BE49-F238E27FC236}">
                <a16:creationId xmlns:a16="http://schemas.microsoft.com/office/drawing/2014/main" id="{5DB151F1-66D9-F03D-5DB5-148FB0578D28}"/>
              </a:ext>
            </a:extLst>
          </p:cNvPr>
          <p:cNvSpPr txBox="1"/>
          <p:nvPr/>
        </p:nvSpPr>
        <p:spPr>
          <a:xfrm>
            <a:off x="5073446" y="2529520"/>
            <a:ext cx="7280787" cy="4247317"/>
          </a:xfrm>
          <a:prstGeom prst="rect">
            <a:avLst/>
          </a:prstGeom>
          <a:noFill/>
        </p:spPr>
        <p:txBody>
          <a:bodyPr wrap="square">
            <a:spAutoFit/>
          </a:bodyPr>
          <a:lstStyle/>
          <a:p>
            <a:r>
              <a:rPr lang="tr-TR" dirty="0"/>
              <a:t>4. Hinduizm’e göre varlık âlemindeki her şey </a:t>
            </a:r>
            <a:r>
              <a:rPr lang="tr-TR" dirty="0" err="1"/>
              <a:t>doğumölüm</a:t>
            </a:r>
            <a:r>
              <a:rPr lang="tr-TR" dirty="0"/>
              <a:t>-yeniden doğuş şeklinde bir döngüye tabidir. Dünya hayatı keder ve sıkıntıdan ibaret olan insan, kurtuluşa ulaşıncaya kadar sonsuz bir döngüde yeniden doğup tekrar tekrar sıkıntıları yaşamaya mahkûmdur. Kurtuluşa ulaşan kimse ise Tanrı Brahma ile bütünleşir veya ondan bir parça hâline gelir. Kurtuluşa ermenin yolları; meditasyon, yoga ve günlük dualardır. Hinduizm’de dua, tanrı ve tanrıça heykellerine sunu takdim etme şeklindedir. Bunları icra etmek sadece ilk üç kasta mensup olan erkeklerin vazifesidir. </a:t>
            </a:r>
            <a:r>
              <a:rPr lang="tr-TR" dirty="0" err="1"/>
              <a:t>Sudralar</a:t>
            </a:r>
            <a:r>
              <a:rPr lang="tr-TR" dirty="0"/>
              <a:t>, paryalar ve kadınlar ise bu törenlere katılamaz; kutsal metinleri okuyamazlar. Bu parçada Hinduizm ile ilgili aşağıdaki hususların hangisine değinilmemiştir? </a:t>
            </a:r>
          </a:p>
          <a:p>
            <a:endParaRPr lang="tr-TR" dirty="0"/>
          </a:p>
          <a:p>
            <a:r>
              <a:rPr lang="tr-TR" dirty="0"/>
              <a:t>A) Ritüellerine B) Tarihçesine C) İnanç esaslarına D) Toplumsal yapısına E) </a:t>
            </a:r>
            <a:r>
              <a:rPr lang="tr-TR" dirty="0" err="1"/>
              <a:t>Samsara</a:t>
            </a:r>
            <a:r>
              <a:rPr lang="tr-TR" dirty="0"/>
              <a:t> anlayışına</a:t>
            </a:r>
          </a:p>
        </p:txBody>
      </p:sp>
      <p:cxnSp>
        <p:nvCxnSpPr>
          <p:cNvPr id="17" name="Düz Bağlayıcı 16">
            <a:extLst>
              <a:ext uri="{FF2B5EF4-FFF2-40B4-BE49-F238E27FC236}">
                <a16:creationId xmlns:a16="http://schemas.microsoft.com/office/drawing/2014/main" id="{0DC88D39-82A9-A833-5BD0-09F44E217AFD}"/>
              </a:ext>
            </a:extLst>
          </p:cNvPr>
          <p:cNvCxnSpPr>
            <a:cxnSpLocks/>
          </p:cNvCxnSpPr>
          <p:nvPr/>
        </p:nvCxnSpPr>
        <p:spPr>
          <a:xfrm>
            <a:off x="5073445" y="2407938"/>
            <a:ext cx="1" cy="4368899"/>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Düz Bağlayıcı 18">
            <a:extLst>
              <a:ext uri="{FF2B5EF4-FFF2-40B4-BE49-F238E27FC236}">
                <a16:creationId xmlns:a16="http://schemas.microsoft.com/office/drawing/2014/main" id="{B016A36F-7AF8-051E-55B7-C42520AF7CB6}"/>
              </a:ext>
            </a:extLst>
          </p:cNvPr>
          <p:cNvCxnSpPr>
            <a:cxnSpLocks/>
          </p:cNvCxnSpPr>
          <p:nvPr/>
        </p:nvCxnSpPr>
        <p:spPr>
          <a:xfrm flipV="1">
            <a:off x="5073446" y="2359742"/>
            <a:ext cx="7118554" cy="96393"/>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Düz Bağlayıcı 22">
            <a:extLst>
              <a:ext uri="{FF2B5EF4-FFF2-40B4-BE49-F238E27FC236}">
                <a16:creationId xmlns:a16="http://schemas.microsoft.com/office/drawing/2014/main" id="{B96B9728-4BB8-CCDD-FCBD-DCA54B87FC43}"/>
              </a:ext>
            </a:extLst>
          </p:cNvPr>
          <p:cNvCxnSpPr>
            <a:cxnSpLocks/>
          </p:cNvCxnSpPr>
          <p:nvPr/>
        </p:nvCxnSpPr>
        <p:spPr>
          <a:xfrm>
            <a:off x="68826" y="3824748"/>
            <a:ext cx="500461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Düz Bağlayıcı 26">
            <a:extLst>
              <a:ext uri="{FF2B5EF4-FFF2-40B4-BE49-F238E27FC236}">
                <a16:creationId xmlns:a16="http://schemas.microsoft.com/office/drawing/2014/main" id="{FA18D7A1-E455-4A9C-1030-0B9C89F4D4F6}"/>
              </a:ext>
            </a:extLst>
          </p:cNvPr>
          <p:cNvCxnSpPr>
            <a:cxnSpLocks/>
          </p:cNvCxnSpPr>
          <p:nvPr/>
        </p:nvCxnSpPr>
        <p:spPr>
          <a:xfrm>
            <a:off x="6096000" y="0"/>
            <a:ext cx="0" cy="245613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52434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etin kutusu 4">
            <a:extLst>
              <a:ext uri="{FF2B5EF4-FFF2-40B4-BE49-F238E27FC236}">
                <a16:creationId xmlns:a16="http://schemas.microsoft.com/office/drawing/2014/main" id="{5A335162-8E2E-A755-C445-BBF44D839848}"/>
              </a:ext>
            </a:extLst>
          </p:cNvPr>
          <p:cNvSpPr txBox="1"/>
          <p:nvPr/>
        </p:nvSpPr>
        <p:spPr>
          <a:xfrm>
            <a:off x="3048000" y="996559"/>
            <a:ext cx="6096000" cy="4247317"/>
          </a:xfrm>
          <a:prstGeom prst="rect">
            <a:avLst/>
          </a:prstGeom>
          <a:noFill/>
        </p:spPr>
        <p:txBody>
          <a:bodyPr wrap="square">
            <a:spAutoFit/>
          </a:bodyPr>
          <a:lstStyle/>
          <a:p>
            <a:r>
              <a:rPr lang="tr-TR" dirty="0"/>
              <a:t>5. Aşağıdaki tabloda, Hinduizm’de benimsenen tanrılar ve bunlara ait açıklamalar eşleştirilmek istenmiştir. </a:t>
            </a:r>
          </a:p>
          <a:p>
            <a:endParaRPr lang="tr-TR" dirty="0"/>
          </a:p>
          <a:p>
            <a:r>
              <a:rPr lang="tr-TR" dirty="0"/>
              <a:t>TANRI AÇIKLAMA </a:t>
            </a:r>
          </a:p>
          <a:p>
            <a:r>
              <a:rPr lang="tr-TR" dirty="0"/>
              <a:t>I Brahma En eski tanrılardandır, yaratıcı tanrı olarak saygı gösterilir. </a:t>
            </a:r>
          </a:p>
          <a:p>
            <a:r>
              <a:rPr lang="tr-TR" dirty="0"/>
              <a:t>II Şiva Koruyucu tanrıdır, dünyadaki bozulmaları gidermek için çeşitli şekillerde yeryüzüne gelir. </a:t>
            </a:r>
          </a:p>
          <a:p>
            <a:r>
              <a:rPr lang="tr-TR" dirty="0"/>
              <a:t>III Devi Dişi tanrısal varlıktır, yaratılmışlara hayat veren güç olarak kabul edilir. </a:t>
            </a:r>
          </a:p>
          <a:p>
            <a:r>
              <a:rPr lang="tr-TR" dirty="0"/>
              <a:t>IV </a:t>
            </a:r>
            <a:r>
              <a:rPr lang="tr-TR" dirty="0" err="1"/>
              <a:t>Vişnu</a:t>
            </a:r>
            <a:r>
              <a:rPr lang="tr-TR" dirty="0"/>
              <a:t> Yok edici tanrıdır, ölümün ve hastalığın tanrısı olarak bilinir. Buna göre, verilen açıklamalardan hangilerinin yeri değiştirilirse tablo doğru olur?</a:t>
            </a:r>
          </a:p>
          <a:p>
            <a:endParaRPr lang="tr-TR" dirty="0"/>
          </a:p>
          <a:p>
            <a:r>
              <a:rPr lang="tr-TR" dirty="0"/>
              <a:t> A) I ve II B) I ve IV C) II ve III D) II ve IV E) III ve IV </a:t>
            </a:r>
          </a:p>
        </p:txBody>
      </p:sp>
    </p:spTree>
    <p:extLst>
      <p:ext uri="{BB962C8B-B14F-4D97-AF65-F5344CB8AC3E}">
        <p14:creationId xmlns:p14="http://schemas.microsoft.com/office/powerpoint/2010/main" val="4005100661"/>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docProps/app.xml><?xml version="1.0" encoding="utf-8"?>
<Properties xmlns="http://schemas.openxmlformats.org/officeDocument/2006/extended-properties" xmlns:vt="http://schemas.openxmlformats.org/officeDocument/2006/docPropsVTypes">
  <TotalTime>31</TotalTime>
  <Words>804</Words>
  <Application>Microsoft Office PowerPoint</Application>
  <PresentationFormat>Geniş ekran</PresentationFormat>
  <Paragraphs>70</Paragraphs>
  <Slides>8</Slides>
  <Notes>0</Notes>
  <HiddenSlides>0</HiddenSlides>
  <MMClips>0</MMClips>
  <ScaleCrop>false</ScaleCrop>
  <HeadingPairs>
    <vt:vector size="6" baseType="variant">
      <vt:variant>
        <vt:lpstr>Kullanılan Yazı Tipleri</vt:lpstr>
      </vt:variant>
      <vt:variant>
        <vt:i4>2</vt:i4>
      </vt:variant>
      <vt:variant>
        <vt:lpstr>Tema</vt:lpstr>
      </vt:variant>
      <vt:variant>
        <vt:i4>1</vt:i4>
      </vt:variant>
      <vt:variant>
        <vt:lpstr>Slayt Başlıkları</vt:lpstr>
      </vt:variant>
      <vt:variant>
        <vt:i4>8</vt:i4>
      </vt:variant>
    </vt:vector>
  </HeadingPairs>
  <TitlesOfParts>
    <vt:vector size="11" baseType="lpstr">
      <vt:lpstr>Arial</vt:lpstr>
      <vt:lpstr>Neue Haas Grotesk Text Pro</vt:lpstr>
      <vt:lpstr>VanillaVTI</vt:lpstr>
      <vt:lpstr>PowerPoint Sunusu</vt:lpstr>
      <vt:lpstr>PowerPoint Sunusu</vt:lpstr>
      <vt:lpstr>PowerPoint Sunusu</vt:lpstr>
      <vt:lpstr>PowerPoint Sunusu</vt:lpstr>
      <vt:lpstr>PowerPoint Sunusu</vt:lpstr>
      <vt:lpstr>SORULAR </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Afranur Polat</dc:creator>
  <cp:lastModifiedBy>Afranur Polat</cp:lastModifiedBy>
  <cp:revision>1</cp:revision>
  <dcterms:created xsi:type="dcterms:W3CDTF">2026-02-26T18:56:50Z</dcterms:created>
  <dcterms:modified xsi:type="dcterms:W3CDTF">2026-02-26T19:28:17Z</dcterms:modified>
</cp:coreProperties>
</file>